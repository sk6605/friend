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2" r:id="rId19"/>
    <p:sldId id="274" r:id="rId20"/>
    <p:sldId id="276" r:id="rId21"/>
    <p:sldId id="277" r:id="rId22"/>
    <p:sldId id="275" r:id="rId23"/>
    <p:sldId id="278" r:id="rId24"/>
    <p:sldId id="288" r:id="rId25"/>
    <p:sldId id="289" r:id="rId26"/>
    <p:sldId id="290" r:id="rId27"/>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Perpetua" panose="02020502060401020303" pitchFamily="18" charset="0"/>
        <a:ea typeface="+mn-ea"/>
        <a:cs typeface="+mn-cs"/>
      </a:defRPr>
    </a:lvl1pPr>
    <a:lvl2pPr marL="457200" algn="l" rtl="0" eaLnBrk="0" fontAlgn="base" hangingPunct="0">
      <a:spcBef>
        <a:spcPct val="0"/>
      </a:spcBef>
      <a:spcAft>
        <a:spcPct val="0"/>
      </a:spcAft>
      <a:defRPr kern="1200">
        <a:solidFill>
          <a:schemeClr val="tx1"/>
        </a:solidFill>
        <a:latin typeface="Perpetua" panose="02020502060401020303" pitchFamily="18" charset="0"/>
        <a:ea typeface="+mn-ea"/>
        <a:cs typeface="+mn-cs"/>
      </a:defRPr>
    </a:lvl2pPr>
    <a:lvl3pPr marL="914400" algn="l" rtl="0" eaLnBrk="0" fontAlgn="base" hangingPunct="0">
      <a:spcBef>
        <a:spcPct val="0"/>
      </a:spcBef>
      <a:spcAft>
        <a:spcPct val="0"/>
      </a:spcAft>
      <a:defRPr kern="1200">
        <a:solidFill>
          <a:schemeClr val="tx1"/>
        </a:solidFill>
        <a:latin typeface="Perpetua" panose="02020502060401020303" pitchFamily="18" charset="0"/>
        <a:ea typeface="+mn-ea"/>
        <a:cs typeface="+mn-cs"/>
      </a:defRPr>
    </a:lvl3pPr>
    <a:lvl4pPr marL="1371600" algn="l" rtl="0" eaLnBrk="0" fontAlgn="base" hangingPunct="0">
      <a:spcBef>
        <a:spcPct val="0"/>
      </a:spcBef>
      <a:spcAft>
        <a:spcPct val="0"/>
      </a:spcAft>
      <a:defRPr kern="1200">
        <a:solidFill>
          <a:schemeClr val="tx1"/>
        </a:solidFill>
        <a:latin typeface="Perpetua" panose="02020502060401020303" pitchFamily="18" charset="0"/>
        <a:ea typeface="+mn-ea"/>
        <a:cs typeface="+mn-cs"/>
      </a:defRPr>
    </a:lvl4pPr>
    <a:lvl5pPr marL="1828800" algn="l" rtl="0" eaLnBrk="0" fontAlgn="base" hangingPunct="0">
      <a:spcBef>
        <a:spcPct val="0"/>
      </a:spcBef>
      <a:spcAft>
        <a:spcPct val="0"/>
      </a:spcAft>
      <a:defRPr kern="1200">
        <a:solidFill>
          <a:schemeClr val="tx1"/>
        </a:solidFill>
        <a:latin typeface="Perpetua" panose="02020502060401020303" pitchFamily="18" charset="0"/>
        <a:ea typeface="+mn-ea"/>
        <a:cs typeface="+mn-cs"/>
      </a:defRPr>
    </a:lvl5pPr>
    <a:lvl6pPr marL="2286000" algn="l" defTabSz="914400" rtl="0" eaLnBrk="1" latinLnBrk="0" hangingPunct="1">
      <a:defRPr kern="1200">
        <a:solidFill>
          <a:schemeClr val="tx1"/>
        </a:solidFill>
        <a:latin typeface="Perpetua" panose="02020502060401020303" pitchFamily="18" charset="0"/>
        <a:ea typeface="+mn-ea"/>
        <a:cs typeface="+mn-cs"/>
      </a:defRPr>
    </a:lvl6pPr>
    <a:lvl7pPr marL="2743200" algn="l" defTabSz="914400" rtl="0" eaLnBrk="1" latinLnBrk="0" hangingPunct="1">
      <a:defRPr kern="1200">
        <a:solidFill>
          <a:schemeClr val="tx1"/>
        </a:solidFill>
        <a:latin typeface="Perpetua" panose="02020502060401020303" pitchFamily="18" charset="0"/>
        <a:ea typeface="+mn-ea"/>
        <a:cs typeface="+mn-cs"/>
      </a:defRPr>
    </a:lvl7pPr>
    <a:lvl8pPr marL="3200400" algn="l" defTabSz="914400" rtl="0" eaLnBrk="1" latinLnBrk="0" hangingPunct="1">
      <a:defRPr kern="1200">
        <a:solidFill>
          <a:schemeClr val="tx1"/>
        </a:solidFill>
        <a:latin typeface="Perpetua" panose="02020502060401020303" pitchFamily="18" charset="0"/>
        <a:ea typeface="+mn-ea"/>
        <a:cs typeface="+mn-cs"/>
      </a:defRPr>
    </a:lvl8pPr>
    <a:lvl9pPr marL="3657600" algn="l" defTabSz="914400" rtl="0" eaLnBrk="1" latinLnBrk="0" hangingPunct="1">
      <a:defRPr kern="1200">
        <a:solidFill>
          <a:schemeClr val="tx1"/>
        </a:solidFill>
        <a:latin typeface="Perpetua" panose="02020502060401020303"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99FF"/>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F26E13B-AA58-499F-8EC0-C195E43CD3BD}" v="25" dt="2025-09-20T03:51:50.5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62" autoAdjust="0"/>
    <p:restoredTop sz="94660"/>
  </p:normalViewPr>
  <p:slideViewPr>
    <p:cSldViewPr>
      <p:cViewPr varScale="1">
        <p:scale>
          <a:sx n="83" d="100"/>
          <a:sy n="83" d="100"/>
        </p:scale>
        <p:origin x="1212"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508B925-E0F9-467B-F391-95CAF9BB06C2}"/>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82769A62-EDA3-69CF-6173-178C8870B38A}"/>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panose="020F0502020204030204" pitchFamily="34" charset="0"/>
              </a:defRPr>
            </a:lvl1pPr>
          </a:lstStyle>
          <a:p>
            <a:fld id="{A91A3DC6-4F5F-4BAB-950B-51A0BF3DA0A0}" type="datetimeFigureOut">
              <a:rPr lang="en-US" altLang="zh-CN"/>
              <a:pPr/>
              <a:t>9/22/2025</a:t>
            </a:fld>
            <a:endParaRPr lang="en-US" altLang="zh-CN"/>
          </a:p>
        </p:txBody>
      </p:sp>
      <p:sp>
        <p:nvSpPr>
          <p:cNvPr id="4" name="Slide Image Placeholder 3">
            <a:extLst>
              <a:ext uri="{FF2B5EF4-FFF2-40B4-BE49-F238E27FC236}">
                <a16:creationId xmlns:a16="http://schemas.microsoft.com/office/drawing/2014/main" id="{257B2A23-5082-8076-C216-6B9FC24230F2}"/>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02AE217F-1A3A-1B89-FFA5-B7D6159036D2}"/>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C9105166-A221-46B7-7666-1ECE421D2098}"/>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a:extLst>
              <a:ext uri="{FF2B5EF4-FFF2-40B4-BE49-F238E27FC236}">
                <a16:creationId xmlns:a16="http://schemas.microsoft.com/office/drawing/2014/main" id="{E70A0C21-5CDD-F8C3-C646-BE077AF85215}"/>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Calibri" panose="020F0502020204030204" pitchFamily="34" charset="0"/>
              </a:defRPr>
            </a:lvl1pPr>
          </a:lstStyle>
          <a:p>
            <a:pPr>
              <a:defRPr/>
            </a:pPr>
            <a:fld id="{C75CF5ED-1130-4B6B-A7FD-FE3B568EE004}"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4E0F358-7992-D3AE-1FF3-5CAD872BFABE}"/>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useBgFill="1">
        <p:nvSpPr>
          <p:cNvPr id="3" name="Rounded Rectangle 12">
            <a:extLst>
              <a:ext uri="{FF2B5EF4-FFF2-40B4-BE49-F238E27FC236}">
                <a16:creationId xmlns:a16="http://schemas.microsoft.com/office/drawing/2014/main" id="{B42AAD09-DFB6-5902-4A57-37B064D1247D}"/>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4">
            <a:extLst>
              <a:ext uri="{FF2B5EF4-FFF2-40B4-BE49-F238E27FC236}">
                <a16:creationId xmlns:a16="http://schemas.microsoft.com/office/drawing/2014/main" id="{9E005092-D6FE-C1B5-81DB-835E03BD9D9E}"/>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Rectangle 5">
            <a:extLst>
              <a:ext uri="{FF2B5EF4-FFF2-40B4-BE49-F238E27FC236}">
                <a16:creationId xmlns:a16="http://schemas.microsoft.com/office/drawing/2014/main" id="{EE9C6B10-057D-DA34-DFC6-4FEB6A381E5B}"/>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6">
            <a:extLst>
              <a:ext uri="{FF2B5EF4-FFF2-40B4-BE49-F238E27FC236}">
                <a16:creationId xmlns:a16="http://schemas.microsoft.com/office/drawing/2014/main" id="{E905E386-B2E7-BC9C-5891-B524FB571031}"/>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a:t>Click to edit Master title style</a:t>
            </a:r>
          </a:p>
        </p:txBody>
      </p:sp>
      <p:sp>
        <p:nvSpPr>
          <p:cNvPr id="7" name="Date Placeholder 27">
            <a:extLst>
              <a:ext uri="{FF2B5EF4-FFF2-40B4-BE49-F238E27FC236}">
                <a16:creationId xmlns:a16="http://schemas.microsoft.com/office/drawing/2014/main" id="{BBF43DBE-BD94-F913-5B06-6F38D640DF13}"/>
              </a:ext>
            </a:extLst>
          </p:cNvPr>
          <p:cNvSpPr>
            <a:spLocks noGrp="1"/>
          </p:cNvSpPr>
          <p:nvPr>
            <p:ph type="dt" sz="half" idx="10"/>
          </p:nvPr>
        </p:nvSpPr>
        <p:spPr/>
        <p:txBody>
          <a:bodyPr/>
          <a:lstStyle>
            <a:lvl1pPr>
              <a:defRPr/>
            </a:lvl1pPr>
          </a:lstStyle>
          <a:p>
            <a:fld id="{92B9E12B-D7DA-4B3D-B9B4-31E06A91B126}" type="datetimeFigureOut">
              <a:rPr lang="en-US" altLang="zh-CN"/>
              <a:pPr/>
              <a:t>9/22/2025</a:t>
            </a:fld>
            <a:endParaRPr lang="en-US" altLang="zh-CN"/>
          </a:p>
        </p:txBody>
      </p:sp>
      <p:sp>
        <p:nvSpPr>
          <p:cNvPr id="10" name="Footer Placeholder 16">
            <a:extLst>
              <a:ext uri="{FF2B5EF4-FFF2-40B4-BE49-F238E27FC236}">
                <a16:creationId xmlns:a16="http://schemas.microsoft.com/office/drawing/2014/main" id="{7B8602C2-691A-9708-64B0-3312D000EA7C}"/>
              </a:ext>
            </a:extLst>
          </p:cNvPr>
          <p:cNvSpPr>
            <a:spLocks noGrp="1"/>
          </p:cNvSpPr>
          <p:nvPr>
            <p:ph type="ftr" sz="quarter" idx="11"/>
          </p:nvPr>
        </p:nvSpPr>
        <p:spPr/>
        <p:txBody>
          <a:bodyPr/>
          <a:lstStyle>
            <a:lvl1pPr>
              <a:defRPr/>
            </a:lvl1pPr>
          </a:lstStyle>
          <a:p>
            <a:pPr>
              <a:defRPr/>
            </a:pPr>
            <a:endParaRPr lang="en-US"/>
          </a:p>
        </p:txBody>
      </p:sp>
      <p:sp>
        <p:nvSpPr>
          <p:cNvPr id="11" name="Slide Number Placeholder 28">
            <a:extLst>
              <a:ext uri="{FF2B5EF4-FFF2-40B4-BE49-F238E27FC236}">
                <a16:creationId xmlns:a16="http://schemas.microsoft.com/office/drawing/2014/main" id="{4A61F577-0FE1-7859-DF13-9BCB81B001F9}"/>
              </a:ext>
            </a:extLst>
          </p:cNvPr>
          <p:cNvSpPr>
            <a:spLocks noGrp="1"/>
          </p:cNvSpPr>
          <p:nvPr>
            <p:ph type="sldNum" sz="quarter" idx="12"/>
          </p:nvPr>
        </p:nvSpPr>
        <p:spPr/>
        <p:txBody>
          <a:bodyPr/>
          <a:lstStyle>
            <a:lvl1pPr>
              <a:defRPr smtClean="0"/>
            </a:lvl1pPr>
          </a:lstStyle>
          <a:p>
            <a:pPr>
              <a:defRPr/>
            </a:pPr>
            <a:fld id="{73BEA225-5952-43D7-908A-7D459109071A}" type="slidenum">
              <a:rPr lang="en-US" altLang="en-US"/>
              <a:pPr>
                <a:defRPr/>
              </a:pPr>
              <a:t>‹#›</a:t>
            </a:fld>
            <a:endParaRPr lang="en-US" altLang="en-US"/>
          </a:p>
        </p:txBody>
      </p:sp>
    </p:spTree>
    <p:extLst>
      <p:ext uri="{BB962C8B-B14F-4D97-AF65-F5344CB8AC3E}">
        <p14:creationId xmlns:p14="http://schemas.microsoft.com/office/powerpoint/2010/main" val="229390605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78DC421D-1515-42D3-D7BD-75B1490D5FE0}"/>
              </a:ext>
            </a:extLst>
          </p:cNvPr>
          <p:cNvSpPr>
            <a:spLocks noGrp="1"/>
          </p:cNvSpPr>
          <p:nvPr>
            <p:ph type="dt" sz="half" idx="10"/>
          </p:nvPr>
        </p:nvSpPr>
        <p:spPr/>
        <p:txBody>
          <a:bodyPr/>
          <a:lstStyle>
            <a:lvl1pPr>
              <a:defRPr/>
            </a:lvl1pPr>
          </a:lstStyle>
          <a:p>
            <a:fld id="{DDD1E79D-A2E4-4642-89F5-EFED0FFB63F1}" type="datetimeFigureOut">
              <a:rPr lang="en-US" altLang="zh-CN"/>
              <a:pPr/>
              <a:t>9/22/2025</a:t>
            </a:fld>
            <a:endParaRPr lang="en-US" altLang="zh-CN"/>
          </a:p>
        </p:txBody>
      </p:sp>
      <p:sp>
        <p:nvSpPr>
          <p:cNvPr id="4" name="Footer Placeholder 2">
            <a:extLst>
              <a:ext uri="{FF2B5EF4-FFF2-40B4-BE49-F238E27FC236}">
                <a16:creationId xmlns:a16="http://schemas.microsoft.com/office/drawing/2014/main" id="{CAA3C04C-4F66-6C00-7D07-CFA509719485}"/>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22">
            <a:extLst>
              <a:ext uri="{FF2B5EF4-FFF2-40B4-BE49-F238E27FC236}">
                <a16:creationId xmlns:a16="http://schemas.microsoft.com/office/drawing/2014/main" id="{FD58100D-EEB2-269F-5D52-023654AFE1C7}"/>
              </a:ext>
            </a:extLst>
          </p:cNvPr>
          <p:cNvSpPr>
            <a:spLocks noGrp="1"/>
          </p:cNvSpPr>
          <p:nvPr>
            <p:ph type="sldNum" sz="quarter" idx="12"/>
          </p:nvPr>
        </p:nvSpPr>
        <p:spPr/>
        <p:txBody>
          <a:bodyPr/>
          <a:lstStyle>
            <a:lvl1pPr>
              <a:defRPr/>
            </a:lvl1pPr>
          </a:lstStyle>
          <a:p>
            <a:pPr>
              <a:defRPr/>
            </a:pPr>
            <a:fld id="{6FA75D00-61EE-48C6-ADF3-94105CFFD98E}" type="slidenum">
              <a:rPr lang="en-US" altLang="en-US"/>
              <a:pPr>
                <a:defRPr/>
              </a:pPr>
              <a:t>‹#›</a:t>
            </a:fld>
            <a:endParaRPr lang="en-US" altLang="en-US"/>
          </a:p>
        </p:txBody>
      </p:sp>
    </p:spTree>
    <p:extLst>
      <p:ext uri="{BB962C8B-B14F-4D97-AF65-F5344CB8AC3E}">
        <p14:creationId xmlns:p14="http://schemas.microsoft.com/office/powerpoint/2010/main" val="2263716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6D5A222A-4F3A-B600-B23E-22598CC215D5}"/>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useBgFill="1">
        <p:nvSpPr>
          <p:cNvPr id="5" name="Rounded Rectangle 9">
            <a:extLst>
              <a:ext uri="{FF2B5EF4-FFF2-40B4-BE49-F238E27FC236}">
                <a16:creationId xmlns:a16="http://schemas.microsoft.com/office/drawing/2014/main" id="{82FB9B77-7B50-CC53-C3DB-1F1D9C0A7980}"/>
              </a:ext>
            </a:extLst>
          </p:cNvPr>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4">
            <a:extLst>
              <a:ext uri="{FF2B5EF4-FFF2-40B4-BE49-F238E27FC236}">
                <a16:creationId xmlns:a16="http://schemas.microsoft.com/office/drawing/2014/main" id="{E2078B14-A51D-7A1E-79A7-281BBC001CCD}"/>
              </a:ext>
            </a:extLst>
          </p:cNvPr>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5">
            <a:extLst>
              <a:ext uri="{FF2B5EF4-FFF2-40B4-BE49-F238E27FC236}">
                <a16:creationId xmlns:a16="http://schemas.microsoft.com/office/drawing/2014/main" id="{25B3FFFD-B7FC-12BD-EBE4-90674562C897}"/>
              </a:ext>
            </a:extLst>
          </p:cNvPr>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6">
            <a:extLst>
              <a:ext uri="{FF2B5EF4-FFF2-40B4-BE49-F238E27FC236}">
                <a16:creationId xmlns:a16="http://schemas.microsoft.com/office/drawing/2014/main" id="{81737530-4D84-6B31-6DC1-45643D873259}"/>
              </a:ext>
            </a:extLst>
          </p:cNvPr>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p:cNvSpPr>
            <a:spLocks noGrp="1"/>
          </p:cNvSpPr>
          <p:nvPr>
            <p:ph type="title"/>
          </p:nvPr>
        </p:nvSpPr>
        <p:spPr>
          <a:xfrm>
            <a:off x="722313" y="952500"/>
            <a:ext cx="7772400" cy="1362075"/>
          </a:xfrm>
        </p:spPr>
        <p:txBody>
          <a:bodyPr/>
          <a:lstStyle>
            <a:lvl1pPr algn="l">
              <a:buNone/>
              <a:defRPr sz="4000" b="0" cap="none"/>
            </a:lvl1pPr>
          </a:lstStyle>
          <a:p>
            <a:r>
              <a:rPr lang="en-US"/>
              <a:t>Click to edit Master title style</a:t>
            </a:r>
          </a:p>
        </p:txBody>
      </p:sp>
      <p:sp>
        <p:nvSpPr>
          <p:cNvPr id="3" name="Text Placeholder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9" name="Date Placeholder 3">
            <a:extLst>
              <a:ext uri="{FF2B5EF4-FFF2-40B4-BE49-F238E27FC236}">
                <a16:creationId xmlns:a16="http://schemas.microsoft.com/office/drawing/2014/main" id="{278604BA-EC9A-3F86-4C7B-910D59EAE5EB}"/>
              </a:ext>
            </a:extLst>
          </p:cNvPr>
          <p:cNvSpPr>
            <a:spLocks noGrp="1"/>
          </p:cNvSpPr>
          <p:nvPr>
            <p:ph type="dt" sz="half" idx="10"/>
          </p:nvPr>
        </p:nvSpPr>
        <p:spPr/>
        <p:txBody>
          <a:bodyPr/>
          <a:lstStyle>
            <a:lvl1pPr>
              <a:defRPr/>
            </a:lvl1pPr>
          </a:lstStyle>
          <a:p>
            <a:fld id="{8D870269-B5D6-4A21-9587-592B39FD3B5C}" type="datetimeFigureOut">
              <a:rPr lang="en-US" altLang="zh-CN"/>
              <a:pPr/>
              <a:t>9/22/2025</a:t>
            </a:fld>
            <a:endParaRPr lang="en-US" altLang="zh-CN"/>
          </a:p>
        </p:txBody>
      </p:sp>
      <p:sp>
        <p:nvSpPr>
          <p:cNvPr id="10" name="Footer Placeholder 4">
            <a:extLst>
              <a:ext uri="{FF2B5EF4-FFF2-40B4-BE49-F238E27FC236}">
                <a16:creationId xmlns:a16="http://schemas.microsoft.com/office/drawing/2014/main" id="{D99FB938-79DD-DFB4-8832-94883CFC9E40}"/>
              </a:ext>
            </a:extLst>
          </p:cNvPr>
          <p:cNvSpPr>
            <a:spLocks noGrp="1"/>
          </p:cNvSpPr>
          <p:nvPr>
            <p:ph type="ftr" sz="quarter" idx="11"/>
          </p:nvPr>
        </p:nvSpPr>
        <p:spPr>
          <a:xfrm>
            <a:off x="800100" y="6172200"/>
            <a:ext cx="4000500" cy="457200"/>
          </a:xfrm>
        </p:spPr>
        <p:txBody>
          <a:bodyPr/>
          <a:lstStyle>
            <a:lvl1pPr>
              <a:defRPr/>
            </a:lvl1pPr>
          </a:lstStyle>
          <a:p>
            <a:pPr>
              <a:defRPr/>
            </a:pPr>
            <a:endParaRPr lang="en-US"/>
          </a:p>
        </p:txBody>
      </p:sp>
      <p:sp>
        <p:nvSpPr>
          <p:cNvPr id="11" name="Slide Number Placeholder 5">
            <a:extLst>
              <a:ext uri="{FF2B5EF4-FFF2-40B4-BE49-F238E27FC236}">
                <a16:creationId xmlns:a16="http://schemas.microsoft.com/office/drawing/2014/main" id="{797A2104-0212-1EA9-E745-53806D3D6412}"/>
              </a:ext>
            </a:extLst>
          </p:cNvPr>
          <p:cNvSpPr>
            <a:spLocks noGrp="1"/>
          </p:cNvSpPr>
          <p:nvPr>
            <p:ph type="sldNum" sz="quarter" idx="12"/>
          </p:nvPr>
        </p:nvSpPr>
        <p:spPr>
          <a:xfrm>
            <a:off x="146050" y="6208713"/>
            <a:ext cx="457200" cy="457200"/>
          </a:xfrm>
        </p:spPr>
        <p:txBody>
          <a:bodyPr/>
          <a:lstStyle>
            <a:lvl1pPr>
              <a:defRPr smtClean="0"/>
            </a:lvl1pPr>
          </a:lstStyle>
          <a:p>
            <a:pPr>
              <a:defRPr/>
            </a:pPr>
            <a:fld id="{43696F35-E9CC-4D45-9E2B-BE9E72A817FC}" type="slidenum">
              <a:rPr lang="en-US" altLang="en-US"/>
              <a:pPr>
                <a:defRPr/>
              </a:pPr>
              <a:t>‹#›</a:t>
            </a:fld>
            <a:endParaRPr lang="en-US" altLang="en-US"/>
          </a:p>
        </p:txBody>
      </p:sp>
    </p:spTree>
    <p:extLst>
      <p:ext uri="{BB962C8B-B14F-4D97-AF65-F5344CB8AC3E}">
        <p14:creationId xmlns:p14="http://schemas.microsoft.com/office/powerpoint/2010/main" val="1502207600"/>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2CC631C3-EB76-08A0-CF18-D393F0F963E8}"/>
              </a:ext>
            </a:extLst>
          </p:cNvPr>
          <p:cNvSpPr>
            <a:spLocks noGrp="1"/>
          </p:cNvSpPr>
          <p:nvPr>
            <p:ph type="dt" sz="half" idx="10"/>
          </p:nvPr>
        </p:nvSpPr>
        <p:spPr/>
        <p:txBody>
          <a:bodyPr/>
          <a:lstStyle>
            <a:lvl1pPr>
              <a:defRPr/>
            </a:lvl1pPr>
          </a:lstStyle>
          <a:p>
            <a:fld id="{8B8B92CD-7D54-41DD-81BF-B36A4BE9D204}" type="datetimeFigureOut">
              <a:rPr lang="en-US" altLang="zh-CN"/>
              <a:pPr/>
              <a:t>9/22/2025</a:t>
            </a:fld>
            <a:endParaRPr lang="en-US" altLang="zh-CN"/>
          </a:p>
        </p:txBody>
      </p:sp>
      <p:sp>
        <p:nvSpPr>
          <p:cNvPr id="4" name="Footer Placeholder 2">
            <a:extLst>
              <a:ext uri="{FF2B5EF4-FFF2-40B4-BE49-F238E27FC236}">
                <a16:creationId xmlns:a16="http://schemas.microsoft.com/office/drawing/2014/main" id="{D35A4415-3F0B-0981-FD3D-6309EA6699C8}"/>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22">
            <a:extLst>
              <a:ext uri="{FF2B5EF4-FFF2-40B4-BE49-F238E27FC236}">
                <a16:creationId xmlns:a16="http://schemas.microsoft.com/office/drawing/2014/main" id="{D4E3B1EE-F323-65BA-1594-0698BE4464D1}"/>
              </a:ext>
            </a:extLst>
          </p:cNvPr>
          <p:cNvSpPr>
            <a:spLocks noGrp="1"/>
          </p:cNvSpPr>
          <p:nvPr>
            <p:ph type="sldNum" sz="quarter" idx="12"/>
          </p:nvPr>
        </p:nvSpPr>
        <p:spPr/>
        <p:txBody>
          <a:bodyPr/>
          <a:lstStyle>
            <a:lvl1pPr>
              <a:defRPr/>
            </a:lvl1pPr>
          </a:lstStyle>
          <a:p>
            <a:pPr>
              <a:defRPr/>
            </a:pPr>
            <a:fld id="{9882EBF1-BE7E-48CE-839C-5600B1692BC6}" type="slidenum">
              <a:rPr lang="en-US" altLang="en-US"/>
              <a:pPr>
                <a:defRPr/>
              </a:pPr>
              <a:t>‹#›</a:t>
            </a:fld>
            <a:endParaRPr lang="en-US" altLang="en-US"/>
          </a:p>
        </p:txBody>
      </p:sp>
    </p:spTree>
    <p:extLst>
      <p:ext uri="{BB962C8B-B14F-4D97-AF65-F5344CB8AC3E}">
        <p14:creationId xmlns:p14="http://schemas.microsoft.com/office/powerpoint/2010/main" val="1773414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9144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4"/>
          </p:nvPr>
        </p:nvSpPr>
        <p:spPr>
          <a:xfrm>
            <a:off x="49530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D2E1E12C-4897-F52D-9F84-B2356394CAC5}"/>
              </a:ext>
            </a:extLst>
          </p:cNvPr>
          <p:cNvSpPr>
            <a:spLocks noGrp="1"/>
          </p:cNvSpPr>
          <p:nvPr>
            <p:ph type="dt" sz="half" idx="10"/>
          </p:nvPr>
        </p:nvSpPr>
        <p:spPr/>
        <p:txBody>
          <a:bodyPr/>
          <a:lstStyle>
            <a:lvl1pPr>
              <a:defRPr/>
            </a:lvl1pPr>
          </a:lstStyle>
          <a:p>
            <a:fld id="{54CA810C-4663-4D2F-A779-802022832130}" type="datetimeFigureOut">
              <a:rPr lang="en-US" altLang="zh-CN"/>
              <a:pPr/>
              <a:t>9/22/2025</a:t>
            </a:fld>
            <a:endParaRPr lang="en-US" altLang="zh-CN"/>
          </a:p>
        </p:txBody>
      </p:sp>
      <p:sp>
        <p:nvSpPr>
          <p:cNvPr id="6" name="Footer Placeholder 2">
            <a:extLst>
              <a:ext uri="{FF2B5EF4-FFF2-40B4-BE49-F238E27FC236}">
                <a16:creationId xmlns:a16="http://schemas.microsoft.com/office/drawing/2014/main" id="{52F2399C-E766-9FBD-5CEB-9D37DA255FB1}"/>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22">
            <a:extLst>
              <a:ext uri="{FF2B5EF4-FFF2-40B4-BE49-F238E27FC236}">
                <a16:creationId xmlns:a16="http://schemas.microsoft.com/office/drawing/2014/main" id="{0D07DF3B-5C2A-2B22-871F-CB0E4BA696A0}"/>
              </a:ext>
            </a:extLst>
          </p:cNvPr>
          <p:cNvSpPr>
            <a:spLocks noGrp="1"/>
          </p:cNvSpPr>
          <p:nvPr>
            <p:ph type="sldNum" sz="quarter" idx="12"/>
          </p:nvPr>
        </p:nvSpPr>
        <p:spPr/>
        <p:txBody>
          <a:bodyPr/>
          <a:lstStyle>
            <a:lvl1pPr>
              <a:defRPr/>
            </a:lvl1pPr>
          </a:lstStyle>
          <a:p>
            <a:pPr>
              <a:defRPr/>
            </a:pPr>
            <a:fld id="{EF621356-650E-4667-A562-461CB632DDA9}" type="slidenum">
              <a:rPr lang="en-US" altLang="en-US"/>
              <a:pPr>
                <a:defRPr/>
              </a:pPr>
              <a:t>‹#›</a:t>
            </a:fld>
            <a:endParaRPr lang="en-US" altLang="en-US"/>
          </a:p>
        </p:txBody>
      </p:sp>
    </p:spTree>
    <p:extLst>
      <p:ext uri="{BB962C8B-B14F-4D97-AF65-F5344CB8AC3E}">
        <p14:creationId xmlns:p14="http://schemas.microsoft.com/office/powerpoint/2010/main" val="782744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a:extLst>
              <a:ext uri="{FF2B5EF4-FFF2-40B4-BE49-F238E27FC236}">
                <a16:creationId xmlns:a16="http://schemas.microsoft.com/office/drawing/2014/main" id="{5AAF2FA8-18DA-C388-EEC9-27684C86267F}"/>
              </a:ext>
            </a:extLst>
          </p:cNvPr>
          <p:cNvSpPr>
            <a:spLocks noGrp="1"/>
          </p:cNvSpPr>
          <p:nvPr>
            <p:ph type="dt" sz="half" idx="10"/>
          </p:nvPr>
        </p:nvSpPr>
        <p:spPr/>
        <p:txBody>
          <a:bodyPr/>
          <a:lstStyle>
            <a:lvl1pPr>
              <a:defRPr/>
            </a:lvl1pPr>
          </a:lstStyle>
          <a:p>
            <a:fld id="{596E4CDE-CCDC-432E-95E7-89033E0643C2}" type="datetimeFigureOut">
              <a:rPr lang="en-US" altLang="zh-CN"/>
              <a:pPr/>
              <a:t>9/22/2025</a:t>
            </a:fld>
            <a:endParaRPr lang="en-US" altLang="zh-CN"/>
          </a:p>
        </p:txBody>
      </p:sp>
      <p:sp>
        <p:nvSpPr>
          <p:cNvPr id="4" name="Footer Placeholder 2">
            <a:extLst>
              <a:ext uri="{FF2B5EF4-FFF2-40B4-BE49-F238E27FC236}">
                <a16:creationId xmlns:a16="http://schemas.microsoft.com/office/drawing/2014/main" id="{6EF6C23F-3287-665C-3507-F181AF3D7D94}"/>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22">
            <a:extLst>
              <a:ext uri="{FF2B5EF4-FFF2-40B4-BE49-F238E27FC236}">
                <a16:creationId xmlns:a16="http://schemas.microsoft.com/office/drawing/2014/main" id="{260AEC25-D021-AEA6-D5EA-92C437EAB562}"/>
              </a:ext>
            </a:extLst>
          </p:cNvPr>
          <p:cNvSpPr>
            <a:spLocks noGrp="1"/>
          </p:cNvSpPr>
          <p:nvPr>
            <p:ph type="sldNum" sz="quarter" idx="12"/>
          </p:nvPr>
        </p:nvSpPr>
        <p:spPr/>
        <p:txBody>
          <a:bodyPr/>
          <a:lstStyle>
            <a:lvl1pPr>
              <a:defRPr/>
            </a:lvl1pPr>
          </a:lstStyle>
          <a:p>
            <a:pPr>
              <a:defRPr/>
            </a:pPr>
            <a:fld id="{6CE006FD-0791-418F-94C1-109DA3565825}" type="slidenum">
              <a:rPr lang="en-US" altLang="en-US"/>
              <a:pPr>
                <a:defRPr/>
              </a:pPr>
              <a:t>‹#›</a:t>
            </a:fld>
            <a:endParaRPr lang="en-US" altLang="en-US"/>
          </a:p>
        </p:txBody>
      </p:sp>
    </p:spTree>
    <p:extLst>
      <p:ext uri="{BB962C8B-B14F-4D97-AF65-F5344CB8AC3E}">
        <p14:creationId xmlns:p14="http://schemas.microsoft.com/office/powerpoint/2010/main" val="32010064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DD9D1CD3-6051-4CFC-8E77-D5E737FA744C}"/>
              </a:ext>
            </a:extLst>
          </p:cNvPr>
          <p:cNvSpPr>
            <a:spLocks noGrp="1"/>
          </p:cNvSpPr>
          <p:nvPr>
            <p:ph type="dt" sz="half" idx="10"/>
          </p:nvPr>
        </p:nvSpPr>
        <p:spPr/>
        <p:txBody>
          <a:bodyPr/>
          <a:lstStyle>
            <a:lvl1pPr>
              <a:defRPr/>
            </a:lvl1pPr>
          </a:lstStyle>
          <a:p>
            <a:fld id="{4F39C0FC-625B-4816-84CA-E272498AC67B}" type="datetimeFigureOut">
              <a:rPr lang="en-US" altLang="zh-CN"/>
              <a:pPr/>
              <a:t>9/22/2025</a:t>
            </a:fld>
            <a:endParaRPr lang="en-US" altLang="zh-CN"/>
          </a:p>
        </p:txBody>
      </p:sp>
      <p:sp>
        <p:nvSpPr>
          <p:cNvPr id="3" name="Footer Placeholder 2">
            <a:extLst>
              <a:ext uri="{FF2B5EF4-FFF2-40B4-BE49-F238E27FC236}">
                <a16:creationId xmlns:a16="http://schemas.microsoft.com/office/drawing/2014/main" id="{64F24E8C-0111-7A6F-9748-843230BF7FAE}"/>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22">
            <a:extLst>
              <a:ext uri="{FF2B5EF4-FFF2-40B4-BE49-F238E27FC236}">
                <a16:creationId xmlns:a16="http://schemas.microsoft.com/office/drawing/2014/main" id="{FA24665F-BB3E-1D20-3829-9AB2A6F66490}"/>
              </a:ext>
            </a:extLst>
          </p:cNvPr>
          <p:cNvSpPr>
            <a:spLocks noGrp="1"/>
          </p:cNvSpPr>
          <p:nvPr>
            <p:ph type="sldNum" sz="quarter" idx="12"/>
          </p:nvPr>
        </p:nvSpPr>
        <p:spPr/>
        <p:txBody>
          <a:bodyPr/>
          <a:lstStyle>
            <a:lvl1pPr>
              <a:defRPr/>
            </a:lvl1pPr>
          </a:lstStyle>
          <a:p>
            <a:pPr>
              <a:defRPr/>
            </a:pPr>
            <a:fld id="{77F137A8-253C-4407-A717-798F2D94E8D8}" type="slidenum">
              <a:rPr lang="en-US" altLang="en-US"/>
              <a:pPr>
                <a:defRPr/>
              </a:pPr>
              <a:t>‹#›</a:t>
            </a:fld>
            <a:endParaRPr lang="en-US" altLang="en-US"/>
          </a:p>
        </p:txBody>
      </p:sp>
    </p:spTree>
    <p:extLst>
      <p:ext uri="{BB962C8B-B14F-4D97-AF65-F5344CB8AC3E}">
        <p14:creationId xmlns:p14="http://schemas.microsoft.com/office/powerpoint/2010/main" val="41328669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3212D99C-B1AB-1753-7365-D3B670CAF217}"/>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useBgFill="1">
        <p:nvSpPr>
          <p:cNvPr id="5" name="Rounded Rectangle 8">
            <a:extLst>
              <a:ext uri="{FF2B5EF4-FFF2-40B4-BE49-F238E27FC236}">
                <a16:creationId xmlns:a16="http://schemas.microsoft.com/office/drawing/2014/main" id="{EE8888D4-38DA-F043-B4A5-3AED72105B7A}"/>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AFA4AAC6-E439-18B6-EC2E-749DB6864B63}"/>
              </a:ext>
            </a:extLst>
          </p:cNvPr>
          <p:cNvSpPr>
            <a:spLocks noGrp="1"/>
          </p:cNvSpPr>
          <p:nvPr>
            <p:ph type="dt" sz="half" idx="10"/>
          </p:nvPr>
        </p:nvSpPr>
        <p:spPr/>
        <p:txBody>
          <a:bodyPr/>
          <a:lstStyle>
            <a:lvl1pPr>
              <a:defRPr/>
            </a:lvl1pPr>
          </a:lstStyle>
          <a:p>
            <a:fld id="{DD943E23-3E5B-428E-850C-DAF1AB86D3B0}" type="datetimeFigureOut">
              <a:rPr lang="en-US" altLang="zh-CN"/>
              <a:pPr/>
              <a:t>9/22/2025</a:t>
            </a:fld>
            <a:endParaRPr lang="en-US" altLang="zh-CN"/>
          </a:p>
        </p:txBody>
      </p:sp>
      <p:sp>
        <p:nvSpPr>
          <p:cNvPr id="7" name="Footer Placeholder 5">
            <a:extLst>
              <a:ext uri="{FF2B5EF4-FFF2-40B4-BE49-F238E27FC236}">
                <a16:creationId xmlns:a16="http://schemas.microsoft.com/office/drawing/2014/main" id="{BFC745A0-A54D-1006-38AF-1D1A6FEBDF45}"/>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6">
            <a:extLst>
              <a:ext uri="{FF2B5EF4-FFF2-40B4-BE49-F238E27FC236}">
                <a16:creationId xmlns:a16="http://schemas.microsoft.com/office/drawing/2014/main" id="{B30C7ABD-944A-B211-ED24-241295A94156}"/>
              </a:ext>
            </a:extLst>
          </p:cNvPr>
          <p:cNvSpPr>
            <a:spLocks noGrp="1"/>
          </p:cNvSpPr>
          <p:nvPr>
            <p:ph type="sldNum" sz="quarter" idx="12"/>
          </p:nvPr>
        </p:nvSpPr>
        <p:spPr/>
        <p:txBody>
          <a:bodyPr/>
          <a:lstStyle>
            <a:lvl1pPr>
              <a:defRPr smtClean="0"/>
            </a:lvl1pPr>
          </a:lstStyle>
          <a:p>
            <a:pPr>
              <a:defRPr/>
            </a:pPr>
            <a:fld id="{722AF298-D233-41F0-8A34-DA41224F4B5F}" type="slidenum">
              <a:rPr lang="en-US" altLang="en-US"/>
              <a:pPr>
                <a:defRPr/>
              </a:pPr>
              <a:t>‹#›</a:t>
            </a:fld>
            <a:endParaRPr lang="en-US" altLang="en-US"/>
          </a:p>
        </p:txBody>
      </p:sp>
    </p:spTree>
    <p:extLst>
      <p:ext uri="{BB962C8B-B14F-4D97-AF65-F5344CB8AC3E}">
        <p14:creationId xmlns:p14="http://schemas.microsoft.com/office/powerpoint/2010/main" val="21737557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EB2F112D-90EB-B0BB-36CE-9F4678DDD4A6}"/>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Rectangle 3">
            <a:extLst>
              <a:ext uri="{FF2B5EF4-FFF2-40B4-BE49-F238E27FC236}">
                <a16:creationId xmlns:a16="http://schemas.microsoft.com/office/drawing/2014/main" id="{1D307BC8-B54B-2EBF-7711-30603963BD30}"/>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4">
            <a:extLst>
              <a:ext uri="{FF2B5EF4-FFF2-40B4-BE49-F238E27FC236}">
                <a16:creationId xmlns:a16="http://schemas.microsoft.com/office/drawing/2014/main" id="{70024CCA-D1D2-D6CC-7BF5-2AA14EBDE71E}"/>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7A4EF500-E769-FF20-5B19-01904B7F25FF}"/>
              </a:ext>
            </a:extLst>
          </p:cNvPr>
          <p:cNvSpPr>
            <a:spLocks noGrp="1"/>
          </p:cNvSpPr>
          <p:nvPr>
            <p:ph type="dt" sz="half" idx="10"/>
          </p:nvPr>
        </p:nvSpPr>
        <p:spPr/>
        <p:txBody>
          <a:bodyPr/>
          <a:lstStyle>
            <a:lvl1pPr>
              <a:defRPr/>
            </a:lvl1pPr>
          </a:lstStyle>
          <a:p>
            <a:fld id="{07B89ADF-2337-42F2-988D-6DC17F162DA7}" type="datetimeFigureOut">
              <a:rPr lang="en-US" altLang="zh-CN"/>
              <a:pPr/>
              <a:t>9/22/2025</a:t>
            </a:fld>
            <a:endParaRPr lang="en-US" altLang="zh-CN"/>
          </a:p>
        </p:txBody>
      </p:sp>
      <p:sp>
        <p:nvSpPr>
          <p:cNvPr id="9" name="Footer Placeholder 5">
            <a:extLst>
              <a:ext uri="{FF2B5EF4-FFF2-40B4-BE49-F238E27FC236}">
                <a16:creationId xmlns:a16="http://schemas.microsoft.com/office/drawing/2014/main" id="{CE2E84F9-D5C6-BA1C-D829-50ED829621EA}"/>
              </a:ext>
            </a:extLst>
          </p:cNvPr>
          <p:cNvSpPr>
            <a:spLocks noGrp="1"/>
          </p:cNvSpPr>
          <p:nvPr>
            <p:ph type="ftr" sz="quarter" idx="11"/>
          </p:nvPr>
        </p:nvSpPr>
        <p:spPr>
          <a:xfrm>
            <a:off x="914400" y="6172200"/>
            <a:ext cx="3886200" cy="457200"/>
          </a:xfrm>
        </p:spPr>
        <p:txBody>
          <a:bodyPr/>
          <a:lstStyle>
            <a:lvl1pPr>
              <a:defRPr/>
            </a:lvl1pPr>
          </a:lstStyle>
          <a:p>
            <a:pPr>
              <a:defRPr/>
            </a:pPr>
            <a:endParaRPr lang="en-US"/>
          </a:p>
        </p:txBody>
      </p:sp>
      <p:sp>
        <p:nvSpPr>
          <p:cNvPr id="10" name="Slide Number Placeholder 6">
            <a:extLst>
              <a:ext uri="{FF2B5EF4-FFF2-40B4-BE49-F238E27FC236}">
                <a16:creationId xmlns:a16="http://schemas.microsoft.com/office/drawing/2014/main" id="{04A06CCD-815F-EF8A-9A81-B7CEB90C89C9}"/>
              </a:ext>
            </a:extLst>
          </p:cNvPr>
          <p:cNvSpPr>
            <a:spLocks noGrp="1"/>
          </p:cNvSpPr>
          <p:nvPr>
            <p:ph type="sldNum" sz="quarter" idx="12"/>
          </p:nvPr>
        </p:nvSpPr>
        <p:spPr>
          <a:xfrm>
            <a:off x="146050" y="6208713"/>
            <a:ext cx="457200" cy="457200"/>
          </a:xfrm>
        </p:spPr>
        <p:txBody>
          <a:bodyPr/>
          <a:lstStyle>
            <a:lvl1pPr>
              <a:defRPr smtClean="0"/>
            </a:lvl1pPr>
          </a:lstStyle>
          <a:p>
            <a:pPr>
              <a:defRPr/>
            </a:pPr>
            <a:fld id="{0B2AEF45-2DF4-4035-8857-FC454CEEB5E4}" type="slidenum">
              <a:rPr lang="en-US" altLang="en-US"/>
              <a:pPr>
                <a:defRPr/>
              </a:pPr>
              <a:t>‹#›</a:t>
            </a:fld>
            <a:endParaRPr lang="en-US" altLang="en-US"/>
          </a:p>
        </p:txBody>
      </p:sp>
    </p:spTree>
    <p:extLst>
      <p:ext uri="{BB962C8B-B14F-4D97-AF65-F5344CB8AC3E}">
        <p14:creationId xmlns:p14="http://schemas.microsoft.com/office/powerpoint/2010/main" val="14296231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D27BAD42-2CEF-6F30-77E4-339E5149A749}"/>
              </a:ext>
            </a:extLst>
          </p:cNvPr>
          <p:cNvSpPr>
            <a:spLocks noGrp="1"/>
          </p:cNvSpPr>
          <p:nvPr>
            <p:ph type="dt" sz="half" idx="10"/>
          </p:nvPr>
        </p:nvSpPr>
        <p:spPr/>
        <p:txBody>
          <a:bodyPr/>
          <a:lstStyle>
            <a:lvl1pPr>
              <a:defRPr/>
            </a:lvl1pPr>
          </a:lstStyle>
          <a:p>
            <a:fld id="{D83454C9-DD4A-4FC2-8266-C450703FBF1B}" type="datetimeFigureOut">
              <a:rPr lang="en-US" altLang="zh-CN"/>
              <a:pPr/>
              <a:t>9/22/2025</a:t>
            </a:fld>
            <a:endParaRPr lang="en-US" altLang="zh-CN"/>
          </a:p>
        </p:txBody>
      </p:sp>
      <p:sp>
        <p:nvSpPr>
          <p:cNvPr id="5" name="Footer Placeholder 2">
            <a:extLst>
              <a:ext uri="{FF2B5EF4-FFF2-40B4-BE49-F238E27FC236}">
                <a16:creationId xmlns:a16="http://schemas.microsoft.com/office/drawing/2014/main" id="{8D110227-95B1-F337-9F83-F93E0D97430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D778FA6E-A6C4-0868-6507-72EC6BA7B956}"/>
              </a:ext>
            </a:extLst>
          </p:cNvPr>
          <p:cNvSpPr>
            <a:spLocks noGrp="1"/>
          </p:cNvSpPr>
          <p:nvPr>
            <p:ph type="sldNum" sz="quarter" idx="12"/>
          </p:nvPr>
        </p:nvSpPr>
        <p:spPr/>
        <p:txBody>
          <a:bodyPr/>
          <a:lstStyle>
            <a:lvl1pPr>
              <a:defRPr/>
            </a:lvl1pPr>
          </a:lstStyle>
          <a:p>
            <a:pPr>
              <a:defRPr/>
            </a:pPr>
            <a:fld id="{1D720E3B-33EF-4ECB-BFC4-2773B607AE7B}" type="slidenum">
              <a:rPr lang="en-US" altLang="en-US"/>
              <a:pPr>
                <a:defRPr/>
              </a:pPr>
              <a:t>‹#›</a:t>
            </a:fld>
            <a:endParaRPr lang="en-US" altLang="en-US"/>
          </a:p>
        </p:txBody>
      </p:sp>
    </p:spTree>
    <p:extLst>
      <p:ext uri="{BB962C8B-B14F-4D97-AF65-F5344CB8AC3E}">
        <p14:creationId xmlns:p14="http://schemas.microsoft.com/office/powerpoint/2010/main" val="3721982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52CBBAEE-2980-B808-5B1F-155798E3389E}"/>
              </a:ext>
            </a:extLst>
          </p:cNvPr>
          <p:cNvSpPr>
            <a:spLocks noGrp="1"/>
          </p:cNvSpPr>
          <p:nvPr>
            <p:ph type="dt" sz="half" idx="10"/>
          </p:nvPr>
        </p:nvSpPr>
        <p:spPr/>
        <p:txBody>
          <a:bodyPr/>
          <a:lstStyle>
            <a:lvl1pPr>
              <a:defRPr/>
            </a:lvl1pPr>
          </a:lstStyle>
          <a:p>
            <a:fld id="{A7FBA993-D93B-4826-9E74-E99C4E4892A5}" type="datetimeFigureOut">
              <a:rPr lang="en-US" altLang="zh-CN"/>
              <a:pPr/>
              <a:t>9/22/2025</a:t>
            </a:fld>
            <a:endParaRPr lang="en-US" altLang="zh-CN"/>
          </a:p>
        </p:txBody>
      </p:sp>
      <p:sp>
        <p:nvSpPr>
          <p:cNvPr id="5" name="Footer Placeholder 2">
            <a:extLst>
              <a:ext uri="{FF2B5EF4-FFF2-40B4-BE49-F238E27FC236}">
                <a16:creationId xmlns:a16="http://schemas.microsoft.com/office/drawing/2014/main" id="{5AC2C4CF-0E09-1C0C-9392-A73A94B6B81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BA392A65-3E8F-0DE9-6070-23D6EAA4F9DD}"/>
              </a:ext>
            </a:extLst>
          </p:cNvPr>
          <p:cNvSpPr>
            <a:spLocks noGrp="1"/>
          </p:cNvSpPr>
          <p:nvPr>
            <p:ph type="sldNum" sz="quarter" idx="12"/>
          </p:nvPr>
        </p:nvSpPr>
        <p:spPr/>
        <p:txBody>
          <a:bodyPr/>
          <a:lstStyle>
            <a:lvl1pPr>
              <a:defRPr/>
            </a:lvl1pPr>
          </a:lstStyle>
          <a:p>
            <a:pPr>
              <a:defRPr/>
            </a:pPr>
            <a:fld id="{E520D043-7F25-4EBF-BF91-D0DB9B9FB88F}" type="slidenum">
              <a:rPr lang="en-US" altLang="en-US"/>
              <a:pPr>
                <a:defRPr/>
              </a:pPr>
              <a:t>‹#›</a:t>
            </a:fld>
            <a:endParaRPr lang="en-US" altLang="en-US"/>
          </a:p>
        </p:txBody>
      </p:sp>
    </p:spTree>
    <p:extLst>
      <p:ext uri="{BB962C8B-B14F-4D97-AF65-F5344CB8AC3E}">
        <p14:creationId xmlns:p14="http://schemas.microsoft.com/office/powerpoint/2010/main" val="4267821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2A1DB4F-B77E-8EFD-E0C5-E554E871F5BE}"/>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useBgFill="1">
        <p:nvSpPr>
          <p:cNvPr id="8" name="Rounded Rectangle 7">
            <a:extLst>
              <a:ext uri="{FF2B5EF4-FFF2-40B4-BE49-F238E27FC236}">
                <a16:creationId xmlns:a16="http://schemas.microsoft.com/office/drawing/2014/main" id="{5C3A8F83-A720-B05F-CBA5-DEF3F4CBDE7E}"/>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28" name="Title Placeholder 21">
            <a:extLst>
              <a:ext uri="{FF2B5EF4-FFF2-40B4-BE49-F238E27FC236}">
                <a16:creationId xmlns:a16="http://schemas.microsoft.com/office/drawing/2014/main" id="{93562EAC-85E8-669A-6693-69A1611B0323}"/>
              </a:ext>
            </a:extLst>
          </p:cNvPr>
          <p:cNvSpPr>
            <a:spLocks noGrp="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a:t>Click to edit Master title style</a:t>
            </a:r>
          </a:p>
        </p:txBody>
      </p:sp>
      <p:sp>
        <p:nvSpPr>
          <p:cNvPr id="1029" name="Text Placeholder 12">
            <a:extLst>
              <a:ext uri="{FF2B5EF4-FFF2-40B4-BE49-F238E27FC236}">
                <a16:creationId xmlns:a16="http://schemas.microsoft.com/office/drawing/2014/main" id="{89B8D9DF-FCC0-DC13-52DC-BCB12F826151}"/>
              </a:ext>
            </a:extLst>
          </p:cNvPr>
          <p:cNvSpPr>
            <a:spLocks noGrp="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7B82CBB0-DD7B-9CB6-E259-5AF70A7D4EAC}"/>
              </a:ext>
            </a:extLst>
          </p:cNvPr>
          <p:cNvSpPr>
            <a:spLocks noGrp="1"/>
          </p:cNvSpPr>
          <p:nvPr>
            <p:ph type="dt" sz="half" idx="2"/>
          </p:nvPr>
        </p:nvSpPr>
        <p:spPr>
          <a:xfrm>
            <a:off x="6172200" y="6191250"/>
            <a:ext cx="2476500" cy="476250"/>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400">
                <a:solidFill>
                  <a:schemeClr val="tx2"/>
                </a:solidFill>
              </a:defRPr>
            </a:lvl1pPr>
          </a:lstStyle>
          <a:p>
            <a:fld id="{94E91B3B-7965-47D4-AC21-FC2AB9C17AA3}" type="datetimeFigureOut">
              <a:rPr lang="en-US" altLang="zh-CN"/>
              <a:pPr/>
              <a:t>9/22/2025</a:t>
            </a:fld>
            <a:endParaRPr lang="en-US" altLang="zh-CN"/>
          </a:p>
        </p:txBody>
      </p:sp>
      <p:sp>
        <p:nvSpPr>
          <p:cNvPr id="3" name="Footer Placeholder 2">
            <a:extLst>
              <a:ext uri="{FF2B5EF4-FFF2-40B4-BE49-F238E27FC236}">
                <a16:creationId xmlns:a16="http://schemas.microsoft.com/office/drawing/2014/main" id="{D9394F7B-E7A8-B6CC-C41B-81B3FC314ED1}"/>
              </a:ext>
            </a:extLst>
          </p:cNvPr>
          <p:cNvSpPr>
            <a:spLocks noGrp="1"/>
          </p:cNvSpPr>
          <p:nvPr>
            <p:ph type="ftr" sz="quarter" idx="3"/>
          </p:nvPr>
        </p:nvSpPr>
        <p:spPr>
          <a:xfrm>
            <a:off x="914400" y="6172200"/>
            <a:ext cx="39624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defRPr>
            </a:lvl1pPr>
          </a:lstStyle>
          <a:p>
            <a:pPr>
              <a:defRPr/>
            </a:pPr>
            <a:endParaRPr lang="en-US"/>
          </a:p>
        </p:txBody>
      </p:sp>
      <p:sp>
        <p:nvSpPr>
          <p:cNvPr id="23" name="Slide Number Placeholder 22">
            <a:extLst>
              <a:ext uri="{FF2B5EF4-FFF2-40B4-BE49-F238E27FC236}">
                <a16:creationId xmlns:a16="http://schemas.microsoft.com/office/drawing/2014/main" id="{A4D51BFD-851C-B929-C866-7E9071B6BE07}"/>
              </a:ext>
            </a:extLst>
          </p:cNvPr>
          <p:cNvSpPr>
            <a:spLocks noGrp="1"/>
          </p:cNvSpPr>
          <p:nvPr>
            <p:ph type="sldNum" sz="quarter" idx="4"/>
          </p:nvPr>
        </p:nvSpPr>
        <p:spPr>
          <a:xfrm>
            <a:off x="146050" y="6210300"/>
            <a:ext cx="457200" cy="457200"/>
          </a:xfrm>
          <a:prstGeom prst="ellipse">
            <a:avLst/>
          </a:prstGeom>
          <a:solidFill>
            <a:schemeClr val="accent1"/>
          </a:solidFill>
        </p:spPr>
        <p:txBody>
          <a:bodyPr vert="horz" wrap="none" lIns="0" tIns="0" rIns="0" bIns="0" numCol="1" anchor="ctr" anchorCtr="1" compatLnSpc="1">
            <a:prstTxWarp prst="textNoShape">
              <a:avLst/>
            </a:prstTxWarp>
            <a:noAutofit/>
          </a:bodyPr>
          <a:lstStyle>
            <a:lvl1pPr algn="ctr" eaLnBrk="1" hangingPunct="1">
              <a:defRPr sz="1400" smtClean="0">
                <a:solidFill>
                  <a:srgbClr val="FFFFFF"/>
                </a:solidFill>
                <a:latin typeface="Franklin Gothic Book" panose="020B0503020102020204" pitchFamily="34" charset="0"/>
              </a:defRPr>
            </a:lvl1pPr>
          </a:lstStyle>
          <a:p>
            <a:pPr>
              <a:defRPr/>
            </a:pPr>
            <a:fld id="{B9F16743-66F1-4798-BB93-26921686CBA2}"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43" r:id="rId1"/>
    <p:sldLayoutId id="2147483736" r:id="rId2"/>
    <p:sldLayoutId id="2147483744" r:id="rId3"/>
    <p:sldLayoutId id="2147483737" r:id="rId4"/>
    <p:sldLayoutId id="2147483738" r:id="rId5"/>
    <p:sldLayoutId id="2147483739" r:id="rId6"/>
    <p:sldLayoutId id="2147483740" r:id="rId7"/>
    <p:sldLayoutId id="2147483745" r:id="rId8"/>
    <p:sldLayoutId id="2147483746" r:id="rId9"/>
    <p:sldLayoutId id="2147483741" r:id="rId10"/>
    <p:sldLayoutId id="2147483742" r:id="rId11"/>
  </p:sldLayoutIdLst>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panose="020B0503020102020204" pitchFamily="34" charset="0"/>
        </a:defRPr>
      </a:lvl2pPr>
      <a:lvl3pPr algn="l" rtl="0" eaLnBrk="0" fontAlgn="base" hangingPunct="0">
        <a:spcBef>
          <a:spcPct val="0"/>
        </a:spcBef>
        <a:spcAft>
          <a:spcPct val="0"/>
        </a:spcAft>
        <a:defRPr sz="4000">
          <a:solidFill>
            <a:schemeClr val="tx2"/>
          </a:solidFill>
          <a:latin typeface="Franklin Gothic Book" panose="020B0503020102020204" pitchFamily="34" charset="0"/>
        </a:defRPr>
      </a:lvl3pPr>
      <a:lvl4pPr algn="l" rtl="0" eaLnBrk="0" fontAlgn="base" hangingPunct="0">
        <a:spcBef>
          <a:spcPct val="0"/>
        </a:spcBef>
        <a:spcAft>
          <a:spcPct val="0"/>
        </a:spcAft>
        <a:defRPr sz="4000">
          <a:solidFill>
            <a:schemeClr val="tx2"/>
          </a:solidFill>
          <a:latin typeface="Franklin Gothic Book" panose="020B0503020102020204" pitchFamily="34" charset="0"/>
        </a:defRPr>
      </a:lvl4pPr>
      <a:lvl5pPr algn="l" rtl="0" eaLnBrk="0" fontAlgn="base" hangingPunct="0">
        <a:spcBef>
          <a:spcPct val="0"/>
        </a:spcBef>
        <a:spcAft>
          <a:spcPct val="0"/>
        </a:spcAft>
        <a:defRPr sz="4000">
          <a:solidFill>
            <a:schemeClr val="tx2"/>
          </a:solidFill>
          <a:latin typeface="Franklin Gothic Book" panose="020B0503020102020204" pitchFamily="34" charset="0"/>
        </a:defRPr>
      </a:lvl5pPr>
      <a:lvl6pPr marL="457200" algn="l" rtl="0" fontAlgn="base">
        <a:spcBef>
          <a:spcPct val="0"/>
        </a:spcBef>
        <a:spcAft>
          <a:spcPct val="0"/>
        </a:spcAft>
        <a:defRPr sz="4000">
          <a:solidFill>
            <a:schemeClr val="tx2"/>
          </a:solidFill>
          <a:latin typeface="Franklin Gothic Book" panose="020B0503020102020204" pitchFamily="34" charset="0"/>
        </a:defRPr>
      </a:lvl6pPr>
      <a:lvl7pPr marL="914400" algn="l" rtl="0" fontAlgn="base">
        <a:spcBef>
          <a:spcPct val="0"/>
        </a:spcBef>
        <a:spcAft>
          <a:spcPct val="0"/>
        </a:spcAft>
        <a:defRPr sz="4000">
          <a:solidFill>
            <a:schemeClr val="tx2"/>
          </a:solidFill>
          <a:latin typeface="Franklin Gothic Book" panose="020B0503020102020204" pitchFamily="34" charset="0"/>
        </a:defRPr>
      </a:lvl7pPr>
      <a:lvl8pPr marL="1371600" algn="l" rtl="0" fontAlgn="base">
        <a:spcBef>
          <a:spcPct val="0"/>
        </a:spcBef>
        <a:spcAft>
          <a:spcPct val="0"/>
        </a:spcAft>
        <a:defRPr sz="4000">
          <a:solidFill>
            <a:schemeClr val="tx2"/>
          </a:solidFill>
          <a:latin typeface="Franklin Gothic Book" panose="020B0503020102020204" pitchFamily="34" charset="0"/>
        </a:defRPr>
      </a:lvl8pPr>
      <a:lvl9pPr marL="1828800" algn="l" rtl="0" fontAlgn="base">
        <a:spcBef>
          <a:spcPct val="0"/>
        </a:spcBef>
        <a:spcAft>
          <a:spcPct val="0"/>
        </a:spcAft>
        <a:defRPr sz="4000">
          <a:solidFill>
            <a:schemeClr val="tx2"/>
          </a:solidFill>
          <a:latin typeface="Franklin Gothic Book" panose="020B0503020102020204" pitchFamily="34" charset="0"/>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ubtitle 2">
            <a:extLst>
              <a:ext uri="{FF2B5EF4-FFF2-40B4-BE49-F238E27FC236}">
                <a16:creationId xmlns:a16="http://schemas.microsoft.com/office/drawing/2014/main" id="{0C8184E5-6BEC-7F17-1ABF-20FB01B70202}"/>
              </a:ext>
            </a:extLst>
          </p:cNvPr>
          <p:cNvSpPr>
            <a:spLocks noGrp="1"/>
          </p:cNvSpPr>
          <p:nvPr>
            <p:ph type="subTitle" idx="1"/>
          </p:nvPr>
        </p:nvSpPr>
        <p:spPr/>
        <p:txBody>
          <a:bodyPr/>
          <a:lstStyle/>
          <a:p>
            <a:pPr eaLnBrk="1" hangingPunct="1"/>
            <a:r>
              <a:rPr lang="en-US" altLang="en-US" b="1"/>
              <a:t>Basic Switching Concepts and Configuration</a:t>
            </a:r>
          </a:p>
        </p:txBody>
      </p:sp>
      <p:sp>
        <p:nvSpPr>
          <p:cNvPr id="7171" name="Title 1">
            <a:extLst>
              <a:ext uri="{FF2B5EF4-FFF2-40B4-BE49-F238E27FC236}">
                <a16:creationId xmlns:a16="http://schemas.microsoft.com/office/drawing/2014/main" id="{1BF4417C-2BDA-4D38-07AC-EB7EB30A8276}"/>
              </a:ext>
            </a:extLst>
          </p:cNvPr>
          <p:cNvSpPr>
            <a:spLocks noGrp="1"/>
          </p:cNvSpPr>
          <p:nvPr>
            <p:ph type="ctrTitle"/>
          </p:nvPr>
        </p:nvSpPr>
        <p:spPr>
          <a:xfrm>
            <a:off x="457200" y="1506538"/>
            <a:ext cx="8229600" cy="1470025"/>
          </a:xfrm>
        </p:spPr>
        <p:txBody>
          <a:bodyPr/>
          <a:lstStyle/>
          <a:p>
            <a:pPr eaLnBrk="1" hangingPunct="1"/>
            <a:r>
              <a:rPr lang="en-MY" altLang="en-US"/>
              <a:t>Network Routing and Switching</a:t>
            </a:r>
            <a:endParaRPr altLang="en-US"/>
          </a:p>
        </p:txBody>
      </p:sp>
      <p:sp>
        <p:nvSpPr>
          <p:cNvPr id="5" name="Subtitle 2">
            <a:extLst>
              <a:ext uri="{FF2B5EF4-FFF2-40B4-BE49-F238E27FC236}">
                <a16:creationId xmlns:a16="http://schemas.microsoft.com/office/drawing/2014/main" id="{41552C7A-43DF-9C51-F196-B547C5D72314}"/>
              </a:ext>
            </a:extLst>
          </p:cNvPr>
          <p:cNvSpPr txBox="1">
            <a:spLocks/>
          </p:cNvSpPr>
          <p:nvPr/>
        </p:nvSpPr>
        <p:spPr bwMode="auto">
          <a:xfrm>
            <a:off x="304800" y="6477000"/>
            <a:ext cx="3581400" cy="228600"/>
          </a:xfrm>
          <a:prstGeom prst="rect">
            <a:avLst/>
          </a:prstGeom>
          <a:noFill/>
          <a:ln w="9525">
            <a:noFill/>
            <a:miter lim="800000"/>
            <a:headEnd/>
            <a:tailEnd/>
          </a:ln>
        </p:spPr>
        <p:txBody>
          <a:bodyPr lIns="45720" rIns="45720"/>
          <a:lstStyle/>
          <a:p>
            <a:pPr eaLnBrk="1" fontAlgn="auto" hangingPunct="1">
              <a:spcBef>
                <a:spcPts val="400"/>
              </a:spcBef>
              <a:spcAft>
                <a:spcPts val="0"/>
              </a:spcAft>
              <a:buClr>
                <a:schemeClr val="accent1"/>
              </a:buClr>
              <a:buSzPct val="68000"/>
              <a:buFont typeface="Wingdings 3" pitchFamily="18" charset="2"/>
              <a:buNone/>
              <a:defRPr/>
            </a:pPr>
            <a:r>
              <a:rPr lang="en-US" sz="1050" dirty="0">
                <a:latin typeface="+mn-lt"/>
              </a:rPr>
              <a:t>Prepared By GAN.BS Sept 2025</a:t>
            </a:r>
          </a:p>
        </p:txBody>
      </p:sp>
      <p:pic>
        <p:nvPicPr>
          <p:cNvPr id="7173" name="Picture 6">
            <a:extLst>
              <a:ext uri="{FF2B5EF4-FFF2-40B4-BE49-F238E27FC236}">
                <a16:creationId xmlns:a16="http://schemas.microsoft.com/office/drawing/2014/main" id="{240F9FAC-DE6D-6012-84EA-7301E4AA0F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0" y="6019800"/>
            <a:ext cx="2057400"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6E6408B9-0424-62D6-DAC1-E75166F9BE8B}"/>
              </a:ext>
            </a:extLst>
          </p:cNvPr>
          <p:cNvSpPr>
            <a:spLocks noGrp="1"/>
          </p:cNvSpPr>
          <p:nvPr>
            <p:ph type="title"/>
          </p:nvPr>
        </p:nvSpPr>
        <p:spPr/>
        <p:txBody>
          <a:bodyPr/>
          <a:lstStyle/>
          <a:p>
            <a:pPr eaLnBrk="1" hangingPunct="1"/>
            <a:r>
              <a:rPr lang="en-US" altLang="en-US"/>
              <a:t>Introduction</a:t>
            </a:r>
          </a:p>
        </p:txBody>
      </p:sp>
      <p:sp>
        <p:nvSpPr>
          <p:cNvPr id="8195" name="Content Placeholder 2">
            <a:extLst>
              <a:ext uri="{FF2B5EF4-FFF2-40B4-BE49-F238E27FC236}">
                <a16:creationId xmlns:a16="http://schemas.microsoft.com/office/drawing/2014/main" id="{1A7524D5-7D18-89AD-0C84-FD7F245707DA}"/>
              </a:ext>
            </a:extLst>
          </p:cNvPr>
          <p:cNvSpPr>
            <a:spLocks noGrp="1"/>
          </p:cNvSpPr>
          <p:nvPr>
            <p:ph sz="quarter" idx="1"/>
          </p:nvPr>
        </p:nvSpPr>
        <p:spPr/>
        <p:txBody>
          <a:bodyPr/>
          <a:lstStyle/>
          <a:p>
            <a:pPr eaLnBrk="1" hangingPunct="1"/>
            <a:r>
              <a:rPr lang="en-US" altLang="en-US"/>
              <a:t>Switches are used to connect multiple devices together on the same network. </a:t>
            </a:r>
          </a:p>
          <a:p>
            <a:pPr eaLnBrk="1" hangingPunct="1"/>
            <a:r>
              <a:rPr lang="en-US" altLang="en-US"/>
              <a:t>In a properly designed network, LAN switches are responsible for directing and controlling the data the flow at the access layer to networked resources.</a:t>
            </a:r>
          </a:p>
          <a:p>
            <a:pPr eaLnBrk="1" hangingPunct="1"/>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43AC3457-4862-D028-3123-99B457B7F7FC}"/>
              </a:ext>
            </a:extLst>
          </p:cNvPr>
          <p:cNvSpPr>
            <a:spLocks noGrp="1"/>
          </p:cNvSpPr>
          <p:nvPr>
            <p:ph type="title"/>
          </p:nvPr>
        </p:nvSpPr>
        <p:spPr/>
        <p:txBody>
          <a:bodyPr/>
          <a:lstStyle/>
          <a:p>
            <a:pPr eaLnBrk="1" hangingPunct="1"/>
            <a:r>
              <a:rPr lang="en-US" altLang="en-US"/>
              <a:t>Boot Sequence</a:t>
            </a:r>
          </a:p>
        </p:txBody>
      </p:sp>
      <p:sp>
        <p:nvSpPr>
          <p:cNvPr id="3" name="Content Placeholder 2">
            <a:extLst>
              <a:ext uri="{FF2B5EF4-FFF2-40B4-BE49-F238E27FC236}">
                <a16:creationId xmlns:a16="http://schemas.microsoft.com/office/drawing/2014/main" id="{B6D7E14F-0D61-9EA0-CD07-469824C8893F}"/>
              </a:ext>
            </a:extLst>
          </p:cNvPr>
          <p:cNvSpPr>
            <a:spLocks noGrp="1"/>
          </p:cNvSpPr>
          <p:nvPr>
            <p:ph sz="quarter" idx="1"/>
          </p:nvPr>
        </p:nvSpPr>
        <p:spPr>
          <a:xfrm>
            <a:off x="914400" y="1447800"/>
            <a:ext cx="7772400" cy="4876800"/>
          </a:xfrm>
        </p:spPr>
        <p:txBody>
          <a:bodyPr/>
          <a:lstStyle/>
          <a:p>
            <a:pPr eaLnBrk="1" hangingPunct="1">
              <a:defRPr/>
            </a:pPr>
            <a:r>
              <a:rPr lang="en-US" dirty="0"/>
              <a:t>After a Cisco switch is powered on, it goes through the following boot sequence:</a:t>
            </a:r>
          </a:p>
          <a:p>
            <a:pPr marL="514350" indent="-514350" eaLnBrk="1" hangingPunct="1">
              <a:buFont typeface="+mj-lt"/>
              <a:buAutoNum type="arabicPeriod"/>
              <a:defRPr/>
            </a:pPr>
            <a:r>
              <a:rPr lang="en-US" dirty="0"/>
              <a:t>First, the switch loads a power-on self-test (POST) program stored in ROM. POST checks the CPU subsystem. It tests the CPU, DRAM, and the portion of the flash device that makes up the flash file system.</a:t>
            </a:r>
          </a:p>
          <a:p>
            <a:pPr marL="514350" indent="-514350" eaLnBrk="1" hangingPunct="1">
              <a:buFont typeface="+mj-lt"/>
              <a:buAutoNum type="arabicPeriod"/>
              <a:defRPr/>
            </a:pPr>
            <a:r>
              <a:rPr lang="en-US" dirty="0"/>
              <a:t>Next, the switch loads the boot loader software. The boot loader is a small program stored in ROM and is run immediately after POST successfully completes.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825C71-B058-688A-F767-5EA4F1D16639}"/>
              </a:ext>
            </a:extLst>
          </p:cNvPr>
          <p:cNvSpPr>
            <a:spLocks noGrp="1"/>
          </p:cNvSpPr>
          <p:nvPr>
            <p:ph sz="quarter" idx="1"/>
          </p:nvPr>
        </p:nvSpPr>
        <p:spPr>
          <a:xfrm>
            <a:off x="914400" y="685800"/>
            <a:ext cx="7772400" cy="5334000"/>
          </a:xfrm>
        </p:spPr>
        <p:txBody>
          <a:bodyPr/>
          <a:lstStyle/>
          <a:p>
            <a:pPr marL="514350" indent="-514350" eaLnBrk="1" hangingPunct="1">
              <a:buFont typeface="Franklin Gothic Book" panose="020B0503020102020204" pitchFamily="34" charset="0"/>
              <a:buAutoNum type="arabicPeriod" startAt="3"/>
            </a:pPr>
            <a:r>
              <a:rPr lang="en-US" altLang="zh-CN"/>
              <a:t>The boot loader performs low-level CPU initialization. It initializes the CPU registers, which control where physical memory is mapped, the quantity of memory, and its speed.</a:t>
            </a:r>
          </a:p>
          <a:p>
            <a:pPr marL="514350" indent="-514350" eaLnBrk="1" hangingPunct="1">
              <a:buFont typeface="Franklin Gothic Book" panose="020B0503020102020204" pitchFamily="34" charset="0"/>
              <a:buAutoNum type="arabicPeriod" startAt="3"/>
            </a:pPr>
            <a:r>
              <a:rPr lang="en-US" altLang="zh-CN"/>
              <a:t>The boot loader initializes the flash file system on the system board.</a:t>
            </a:r>
          </a:p>
          <a:p>
            <a:pPr marL="514350" indent="-514350" eaLnBrk="1" hangingPunct="1">
              <a:buFont typeface="Franklin Gothic Book" panose="020B0503020102020204" pitchFamily="34" charset="0"/>
              <a:buAutoNum type="arabicPeriod" startAt="3"/>
            </a:pPr>
            <a:r>
              <a:rPr lang="en-US" altLang="zh-CN"/>
              <a:t>Finally, the boot loader locates and loads a default IOS operating system software image into memory and hands control of the switch over to the IOS. </a:t>
            </a:r>
          </a:p>
          <a:p>
            <a:pPr marL="514350" indent="-514350" eaLnBrk="1" hangingPunct="1"/>
            <a:endParaRPr lang="en-US" alt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9BC016FF-9BE7-0D39-46A9-686B31592788}"/>
              </a:ext>
            </a:extLst>
          </p:cNvPr>
          <p:cNvSpPr>
            <a:spLocks noGrp="1"/>
          </p:cNvSpPr>
          <p:nvPr>
            <p:ph type="title"/>
          </p:nvPr>
        </p:nvSpPr>
        <p:spPr/>
        <p:txBody>
          <a:bodyPr/>
          <a:lstStyle/>
          <a:p>
            <a:pPr eaLnBrk="1" hangingPunct="1"/>
            <a:r>
              <a:rPr lang="en-US" altLang="en-US"/>
              <a:t>Switch LED</a:t>
            </a:r>
          </a:p>
        </p:txBody>
      </p:sp>
      <p:pic>
        <p:nvPicPr>
          <p:cNvPr id="11267" name="Content Placeholder 4">
            <a:extLst>
              <a:ext uri="{FF2B5EF4-FFF2-40B4-BE49-F238E27FC236}">
                <a16:creationId xmlns:a16="http://schemas.microsoft.com/office/drawing/2014/main" id="{BA56FACA-6ED7-2E85-22EE-7D45DFDA736A}"/>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1371600" y="1547813"/>
            <a:ext cx="6761163" cy="4700587"/>
          </a:xfr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Content Placeholder 2">
            <a:extLst>
              <a:ext uri="{FF2B5EF4-FFF2-40B4-BE49-F238E27FC236}">
                <a16:creationId xmlns:a16="http://schemas.microsoft.com/office/drawing/2014/main" id="{668132BA-799C-3A85-E204-6811CA97D09A}"/>
              </a:ext>
            </a:extLst>
          </p:cNvPr>
          <p:cNvSpPr>
            <a:spLocks noGrp="1"/>
          </p:cNvSpPr>
          <p:nvPr>
            <p:ph sz="quarter" idx="1"/>
          </p:nvPr>
        </p:nvSpPr>
        <p:spPr>
          <a:xfrm>
            <a:off x="914400" y="381000"/>
            <a:ext cx="7772400" cy="6172200"/>
          </a:xfrm>
        </p:spPr>
        <p:txBody>
          <a:bodyPr/>
          <a:lstStyle/>
          <a:p>
            <a:pPr eaLnBrk="1" hangingPunct="1"/>
            <a:r>
              <a:rPr lang="en-US" altLang="en-US" dirty="0"/>
              <a:t>System LED - Shows whether the system is receiving power and is functioning properly. If the LED is off, it means the system is not powered on. </a:t>
            </a:r>
            <a:r>
              <a:rPr lang="en-US" altLang="en-US" dirty="0">
                <a:highlight>
                  <a:srgbClr val="FFFF00"/>
                </a:highlight>
              </a:rPr>
              <a:t>If the LED is green, the system is operating normally</a:t>
            </a:r>
            <a:r>
              <a:rPr lang="en-US" altLang="en-US" dirty="0"/>
              <a:t>. </a:t>
            </a:r>
            <a:r>
              <a:rPr lang="en-US" altLang="en-US" dirty="0">
                <a:highlight>
                  <a:srgbClr val="FFFF00"/>
                </a:highlight>
              </a:rPr>
              <a:t>If the LED is amber, the system is receiving power but is not functioning properly</a:t>
            </a:r>
            <a:r>
              <a:rPr lang="en-US" altLang="en-US" dirty="0"/>
              <a:t>.</a:t>
            </a:r>
          </a:p>
          <a:p>
            <a:pPr eaLnBrk="1" hangingPunct="1"/>
            <a:endParaRPr lang="en-US" altLang="en-US"/>
          </a:p>
          <a:p>
            <a:pPr eaLnBrk="1" hangingPunct="1"/>
            <a:r>
              <a:rPr lang="en-US" altLang="en-US" dirty="0">
                <a:highlight>
                  <a:srgbClr val="FFFF00"/>
                </a:highlight>
              </a:rPr>
              <a:t>Redundant Power System</a:t>
            </a:r>
            <a:r>
              <a:rPr lang="en-US" altLang="en-US" dirty="0"/>
              <a:t> (RPS) LED - Shows the RPS status. If the LED is off, the RPS is off or not properly connected. If the LED is green, the RPS is connected and ready to provide back-up power. </a:t>
            </a:r>
            <a:r>
              <a:rPr lang="en-US" altLang="en-US" dirty="0">
                <a:highlight>
                  <a:srgbClr val="FFFF00"/>
                </a:highlight>
              </a:rPr>
              <a:t>If the LED is blinking green</a:t>
            </a:r>
            <a:r>
              <a:rPr lang="en-US" altLang="en-US" dirty="0"/>
              <a:t>, the RPS is connected but is </a:t>
            </a:r>
            <a:r>
              <a:rPr lang="en-US" altLang="en-US" dirty="0">
                <a:highlight>
                  <a:srgbClr val="FFFF00"/>
                </a:highlight>
              </a:rPr>
              <a:t>unavailable because it is providing power to another device</a:t>
            </a:r>
            <a:r>
              <a:rPr lang="en-US" altLang="en-US" dirty="0"/>
              <a:t>. If the LED is amber, the RPS is in standby mode or in a fault condition. If the LED is blinking amber, the internal power supply in the switch has failed, and the RPS is providing power.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Content Placeholder 2">
            <a:extLst>
              <a:ext uri="{FF2B5EF4-FFF2-40B4-BE49-F238E27FC236}">
                <a16:creationId xmlns:a16="http://schemas.microsoft.com/office/drawing/2014/main" id="{416ED5DC-97E2-B9E8-AF89-F818D93EE435}"/>
              </a:ext>
            </a:extLst>
          </p:cNvPr>
          <p:cNvSpPr>
            <a:spLocks noGrp="1"/>
          </p:cNvSpPr>
          <p:nvPr>
            <p:ph sz="quarter" idx="1"/>
          </p:nvPr>
        </p:nvSpPr>
        <p:spPr>
          <a:xfrm>
            <a:off x="914400" y="685800"/>
            <a:ext cx="7772400" cy="5334000"/>
          </a:xfrm>
        </p:spPr>
        <p:txBody>
          <a:bodyPr/>
          <a:lstStyle/>
          <a:p>
            <a:pPr eaLnBrk="1" hangingPunct="1"/>
            <a:r>
              <a:rPr lang="en-US" altLang="en-US" dirty="0"/>
              <a:t>Port Status LED - Indicates that the port status mode is selected when</a:t>
            </a:r>
            <a:r>
              <a:rPr lang="en-US" altLang="en-US" dirty="0">
                <a:highlight>
                  <a:srgbClr val="FFFF00"/>
                </a:highlight>
              </a:rPr>
              <a:t> the LED is green. This is the default mode.</a:t>
            </a:r>
            <a:r>
              <a:rPr lang="en-US" altLang="en-US" dirty="0"/>
              <a:t> When selected, the port LEDs will display colors with different meanings. If the LED is off, there is no link, or the port was administratively shut down. If the LED is green, a link is present. If the LED is </a:t>
            </a:r>
            <a:r>
              <a:rPr lang="en-US" altLang="en-US" dirty="0">
                <a:highlight>
                  <a:srgbClr val="FFFF00"/>
                </a:highlight>
              </a:rPr>
              <a:t>blinking green, there is activity and the port is sending or receiving data</a:t>
            </a:r>
            <a:r>
              <a:rPr lang="en-US" altLang="en-US" dirty="0"/>
              <a:t>. </a:t>
            </a:r>
            <a:r>
              <a:rPr lang="en-US" altLang="en-US" dirty="0">
                <a:highlight>
                  <a:srgbClr val="FFFF00"/>
                </a:highlight>
              </a:rPr>
              <a:t>If the LED is alternating green-amber, there is a link fault</a:t>
            </a:r>
            <a:r>
              <a:rPr lang="en-US" altLang="en-US" dirty="0"/>
              <a:t>. If the LED is amber, the port is blocked to ensure a loop does not exist in the forwarding domain and is not forwarding data (typically, ports will remain in this state for the first 30 seconds after being activated). If the LED is blinking amber, the port is blocked to prevent a possible loop in the forwarding domain.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677D1F-7684-F538-AEB9-FF0A81803CB1}"/>
              </a:ext>
            </a:extLst>
          </p:cNvPr>
          <p:cNvSpPr>
            <a:spLocks noGrp="1"/>
          </p:cNvSpPr>
          <p:nvPr>
            <p:ph sz="quarter" idx="1"/>
          </p:nvPr>
        </p:nvSpPr>
        <p:spPr>
          <a:xfrm>
            <a:off x="914400" y="457200"/>
            <a:ext cx="7772400" cy="5562600"/>
          </a:xfrm>
        </p:spPr>
        <p:txBody>
          <a:bodyPr/>
          <a:lstStyle/>
          <a:p>
            <a:pPr eaLnBrk="1" hangingPunct="1"/>
            <a:r>
              <a:rPr lang="en-US" altLang="zh-CN" dirty="0">
                <a:ea typeface="宋体"/>
              </a:rPr>
              <a:t>Port Duplex LED - Indicates the port duplex mode is selected when the LED is green. When selected, port LEDs that are off are in </a:t>
            </a:r>
            <a:r>
              <a:rPr lang="en-US" altLang="zh-CN" dirty="0">
                <a:highlight>
                  <a:srgbClr val="FFFF00"/>
                </a:highlight>
                <a:ea typeface="宋体"/>
              </a:rPr>
              <a:t>half-duplex mode</a:t>
            </a:r>
            <a:r>
              <a:rPr lang="en-US" altLang="zh-CN" dirty="0">
                <a:ea typeface="宋体"/>
              </a:rPr>
              <a:t>. If the </a:t>
            </a:r>
            <a:r>
              <a:rPr lang="en-US" altLang="zh-CN" dirty="0">
                <a:highlight>
                  <a:srgbClr val="FFFF00"/>
                </a:highlight>
                <a:ea typeface="宋体"/>
              </a:rPr>
              <a:t>port LED is green, the port is in full-duplex mode.</a:t>
            </a:r>
          </a:p>
          <a:p>
            <a:pPr eaLnBrk="1" hangingPunct="1"/>
            <a:endParaRPr lang="en-US" altLang="zh-CN"/>
          </a:p>
          <a:p>
            <a:pPr eaLnBrk="1" hangingPunct="1"/>
            <a:r>
              <a:rPr lang="en-US" altLang="zh-CN" dirty="0">
                <a:ea typeface="宋体"/>
              </a:rPr>
              <a:t>Port Speed LED - Indicates the port speed mode is selected. When selected, the port LEDs will display colors with different meanings. If the LED is off, the port is operating at 10 Mb/s. If the LED is green, the port is operating at 100 Mb/s. If the LED is blinking green, the port is operating at 1000 Mb/s.</a:t>
            </a:r>
          </a:p>
          <a:p>
            <a:pPr eaLnBrk="1" hangingPunct="1">
              <a:buFont typeface="Wingdings 2" panose="05020102010507070707" pitchFamily="18" charset="2"/>
              <a:buNone/>
            </a:pPr>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a:extLst>
              <a:ext uri="{FF2B5EF4-FFF2-40B4-BE49-F238E27FC236}">
                <a16:creationId xmlns:a16="http://schemas.microsoft.com/office/drawing/2014/main" id="{0B92C45B-058E-334C-3D32-3A3E070124F4}"/>
              </a:ext>
            </a:extLst>
          </p:cNvPr>
          <p:cNvSpPr>
            <a:spLocks noGrp="1"/>
          </p:cNvSpPr>
          <p:nvPr>
            <p:ph sz="quarter" idx="1"/>
          </p:nvPr>
        </p:nvSpPr>
        <p:spPr>
          <a:xfrm>
            <a:off x="914400" y="457200"/>
            <a:ext cx="7772400" cy="5791200"/>
          </a:xfrm>
        </p:spPr>
        <p:txBody>
          <a:bodyPr/>
          <a:lstStyle/>
          <a:p>
            <a:pPr eaLnBrk="1" hangingPunct="1"/>
            <a:r>
              <a:rPr lang="en-US" altLang="en-US" dirty="0"/>
              <a:t>Power over Ethernet (PoE) Mode LED - If PoE is supported; a PoE mode LED will be present. If the LED is off, it indicates the PoE mode is not selected and that none of the ports have been denied power or placed in a fault condition. If the LED is blinking amber, the PoE mode is not selected but at least one of the ports has been denied power, or has a PoE fault. </a:t>
            </a:r>
            <a:r>
              <a:rPr lang="en-US" altLang="en-US" dirty="0">
                <a:highlight>
                  <a:srgbClr val="FFFF00"/>
                </a:highlight>
              </a:rPr>
              <a:t>If the LED is green, it indicates the PoE mode is selected and the port LEDs will display colors with different meanings</a:t>
            </a:r>
            <a:r>
              <a:rPr lang="en-US" altLang="en-US" dirty="0"/>
              <a:t>. If the port LED is off, the PoE is off. If the port LED is green, the PoE is on. If the port LED is alternating green-amber, PoE is denied because providing power to the powered device will exceed the switch power capacity. If the LED is blinking amber, PoE is off due to a fault. If the LED is amber, PoE for the port has been disabled.</a:t>
            </a:r>
          </a:p>
          <a:p>
            <a:pPr eaLnBrk="1" hangingPunct="1"/>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1EB78219-F838-FB0C-87CB-9E6062A088A8}"/>
              </a:ext>
            </a:extLst>
          </p:cNvPr>
          <p:cNvSpPr>
            <a:spLocks noGrp="1"/>
          </p:cNvSpPr>
          <p:nvPr>
            <p:ph type="title"/>
          </p:nvPr>
        </p:nvSpPr>
        <p:spPr/>
        <p:txBody>
          <a:bodyPr/>
          <a:lstStyle/>
          <a:p>
            <a:pPr eaLnBrk="1" hangingPunct="1"/>
            <a:r>
              <a:rPr lang="en-US" altLang="en-US" b="1"/>
              <a:t>Configure a Switch with Initial Settings</a:t>
            </a:r>
            <a:endParaRPr lang="en-US" altLang="en-US"/>
          </a:p>
        </p:txBody>
      </p:sp>
      <p:pic>
        <p:nvPicPr>
          <p:cNvPr id="16387" name="Content Placeholder 3">
            <a:extLst>
              <a:ext uri="{FF2B5EF4-FFF2-40B4-BE49-F238E27FC236}">
                <a16:creationId xmlns:a16="http://schemas.microsoft.com/office/drawing/2014/main" id="{3B303EAC-A5FE-FEDE-4E05-AE425663C703}"/>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1216025" y="1752600"/>
            <a:ext cx="7165975" cy="4114800"/>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Content Placeholder 6">
            <a:extLst>
              <a:ext uri="{FF2B5EF4-FFF2-40B4-BE49-F238E27FC236}">
                <a16:creationId xmlns:a16="http://schemas.microsoft.com/office/drawing/2014/main" id="{05B30685-9503-31B0-D345-9E7926B915ED}"/>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762000" y="1295400"/>
            <a:ext cx="7772400" cy="4373563"/>
          </a:xfr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http://www.moving-it.net/wp-content/uploads/2016/03/cable-console.jpg">
            <a:extLst>
              <a:ext uri="{FF2B5EF4-FFF2-40B4-BE49-F238E27FC236}">
                <a16:creationId xmlns:a16="http://schemas.microsoft.com/office/drawing/2014/main" id="{20B42047-5E24-8C7C-5C85-B2880A77732E}"/>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1720850" y="1066800"/>
            <a:ext cx="5670550" cy="4572000"/>
          </a:xfr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9AFF3D4F-5F41-9230-8495-140B6A330F41}"/>
              </a:ext>
            </a:extLst>
          </p:cNvPr>
          <p:cNvSpPr>
            <a:spLocks noGrp="1"/>
          </p:cNvSpPr>
          <p:nvPr>
            <p:ph type="title"/>
          </p:nvPr>
        </p:nvSpPr>
        <p:spPr/>
        <p:txBody>
          <a:bodyPr/>
          <a:lstStyle/>
          <a:p>
            <a:pPr eaLnBrk="1" hangingPunct="1"/>
            <a:r>
              <a:rPr lang="en-US" altLang="en-US"/>
              <a:t>Basic Switch Configurations</a:t>
            </a:r>
          </a:p>
        </p:txBody>
      </p:sp>
      <p:sp>
        <p:nvSpPr>
          <p:cNvPr id="19459" name="Content Placeholder 2">
            <a:extLst>
              <a:ext uri="{FF2B5EF4-FFF2-40B4-BE49-F238E27FC236}">
                <a16:creationId xmlns:a16="http://schemas.microsoft.com/office/drawing/2014/main" id="{0A1E71A9-4C6A-FA95-CBE5-52A9E068B1F1}"/>
              </a:ext>
            </a:extLst>
          </p:cNvPr>
          <p:cNvSpPr>
            <a:spLocks noGrp="1"/>
          </p:cNvSpPr>
          <p:nvPr>
            <p:ph sz="quarter" idx="1"/>
          </p:nvPr>
        </p:nvSpPr>
        <p:spPr/>
        <p:txBody>
          <a:bodyPr/>
          <a:lstStyle/>
          <a:p>
            <a:pPr marL="514350" indent="-514350" eaLnBrk="1" hangingPunct="1">
              <a:buFont typeface="Franklin Gothic Book" panose="020B0503020102020204" pitchFamily="34" charset="0"/>
              <a:buAutoNum type="arabicPeriod"/>
            </a:pPr>
            <a:r>
              <a:rPr lang="en-US" altLang="en-US" dirty="0"/>
              <a:t>configure terminal -- </a:t>
            </a:r>
            <a:r>
              <a:rPr lang="zh-CN" altLang="en-US">
                <a:ea typeface="宋体"/>
              </a:rPr>
              <a:t>进入配置模式</a:t>
            </a:r>
          </a:p>
          <a:p>
            <a:pPr marL="514350" indent="-514350" eaLnBrk="1" hangingPunct="1">
              <a:buFont typeface="Franklin Gothic Book" panose="020B0503020102020204" pitchFamily="34" charset="0"/>
              <a:buAutoNum type="arabicPeriod"/>
            </a:pPr>
            <a:r>
              <a:rPr lang="en-US" altLang="en-US" dirty="0"/>
              <a:t>hostname -- </a:t>
            </a:r>
            <a:r>
              <a:rPr lang="zh-CN" altLang="en-US">
                <a:ea typeface="宋体"/>
              </a:rPr>
              <a:t>配置设备的名字</a:t>
            </a:r>
          </a:p>
          <a:p>
            <a:pPr marL="514350" indent="-514350" eaLnBrk="1" hangingPunct="1">
              <a:buFont typeface="Franklin Gothic Book" panose="020B0503020102020204" pitchFamily="34" charset="0"/>
              <a:buAutoNum type="arabicPeriod"/>
            </a:pPr>
            <a:r>
              <a:rPr lang="en-US" altLang="en-US" dirty="0"/>
              <a:t>banner </a:t>
            </a:r>
            <a:r>
              <a:rPr lang="en-US" altLang="en-US" dirty="0" err="1"/>
              <a:t>motd</a:t>
            </a:r>
            <a:r>
              <a:rPr lang="en-US" altLang="en-US" dirty="0"/>
              <a:t> -- </a:t>
            </a:r>
            <a:r>
              <a:rPr lang="zh-CN" altLang="en-US">
                <a:ea typeface="宋体"/>
              </a:rPr>
              <a:t>配置开始进入设备时显示的信息</a:t>
            </a:r>
          </a:p>
          <a:p>
            <a:pPr marL="514350" indent="-514350" eaLnBrk="1" hangingPunct="1">
              <a:buFont typeface="Franklin Gothic Book" panose="020B0503020102020204" pitchFamily="34" charset="0"/>
              <a:buAutoNum type="arabicPeriod"/>
            </a:pPr>
            <a:r>
              <a:rPr lang="en-US" altLang="en-US" dirty="0">
                <a:highlight>
                  <a:srgbClr val="FFFF00"/>
                </a:highlight>
              </a:rPr>
              <a:t>enable secret XXX -- </a:t>
            </a:r>
            <a:r>
              <a:rPr lang="zh-CN" altLang="en-US">
                <a:highlight>
                  <a:srgbClr val="FFFF00"/>
                </a:highlight>
                <a:ea typeface="宋体"/>
              </a:rPr>
              <a:t>配置加密</a:t>
            </a:r>
            <a:r>
              <a:rPr lang="en-US" altLang="en-US" dirty="0">
                <a:highlight>
                  <a:srgbClr val="FFFF00"/>
                </a:highlight>
              </a:rPr>
              <a:t>enable</a:t>
            </a:r>
            <a:r>
              <a:rPr lang="zh-CN" altLang="en-US">
                <a:highlight>
                  <a:srgbClr val="FFFF00"/>
                </a:highlight>
                <a:ea typeface="宋体"/>
              </a:rPr>
              <a:t>密码，</a:t>
            </a:r>
            <a:r>
              <a:rPr lang="en-US" altLang="en-US" dirty="0">
                <a:highlight>
                  <a:srgbClr val="FFFF00"/>
                </a:highlight>
              </a:rPr>
              <a:t>XXX</a:t>
            </a:r>
            <a:r>
              <a:rPr lang="zh-CN" altLang="en-US">
                <a:highlight>
                  <a:srgbClr val="FFFF00"/>
                </a:highlight>
                <a:ea typeface="宋体"/>
              </a:rPr>
              <a:t>是你要配的密码</a:t>
            </a:r>
          </a:p>
          <a:p>
            <a:pPr marL="514350" indent="-514350" eaLnBrk="1" hangingPunct="1">
              <a:buFont typeface="Franklin Gothic Book" panose="020B0503020102020204" pitchFamily="34" charset="0"/>
              <a:buAutoNum type="arabicPeriod"/>
            </a:pPr>
            <a:r>
              <a:rPr lang="en-US" altLang="en-US" dirty="0"/>
              <a:t>line console 0 / line </a:t>
            </a:r>
            <a:r>
              <a:rPr lang="en-US" altLang="en-US" dirty="0" err="1"/>
              <a:t>vty</a:t>
            </a:r>
            <a:r>
              <a:rPr lang="en-US" altLang="en-US" dirty="0"/>
              <a:t> 0 15</a:t>
            </a:r>
          </a:p>
          <a:p>
            <a:pPr marL="514350" indent="-514350" eaLnBrk="1" hangingPunct="1">
              <a:buFont typeface="Franklin Gothic Book" panose="020B0503020102020204" pitchFamily="34" charset="0"/>
              <a:buAutoNum type="alphaLcParenR"/>
            </a:pPr>
            <a:r>
              <a:rPr lang="en-US" altLang="en-US" dirty="0">
                <a:highlight>
                  <a:srgbClr val="FFFF00"/>
                </a:highlight>
              </a:rPr>
              <a:t>password YYY -- YYY</a:t>
            </a:r>
            <a:r>
              <a:rPr lang="zh-CN" altLang="en-US">
                <a:highlight>
                  <a:srgbClr val="FFFF00"/>
                </a:highlight>
                <a:ea typeface="宋体"/>
              </a:rPr>
              <a:t>是你要配的密码</a:t>
            </a:r>
          </a:p>
          <a:p>
            <a:pPr marL="514350" indent="-514350" eaLnBrk="1" hangingPunct="1">
              <a:buFont typeface="Franklin Gothic Book" panose="020B0503020102020204" pitchFamily="34" charset="0"/>
              <a:buAutoNum type="alphaLcParenR"/>
            </a:pPr>
            <a:r>
              <a:rPr lang="en-US" altLang="en-US" dirty="0"/>
              <a:t>login</a:t>
            </a:r>
          </a:p>
          <a:p>
            <a:pPr marL="514350" indent="-514350" eaLnBrk="1" hangingPunct="1">
              <a:buFont typeface="Wingdings 2" panose="05020102010507070707" pitchFamily="18" charset="2"/>
              <a:buNone/>
            </a:pPr>
            <a:r>
              <a:rPr lang="en-US" altLang="en-US" dirty="0"/>
              <a:t>--- console</a:t>
            </a:r>
            <a:r>
              <a:rPr lang="zh-CN" altLang="en-US">
                <a:ea typeface="宋体"/>
              </a:rPr>
              <a:t>为使用</a:t>
            </a:r>
            <a:r>
              <a:rPr lang="en-US" altLang="zh-CN" dirty="0">
                <a:ea typeface="宋体"/>
              </a:rPr>
              <a:t>console</a:t>
            </a:r>
            <a:r>
              <a:rPr lang="zh-CN" altLang="en-US">
                <a:ea typeface="宋体"/>
              </a:rPr>
              <a:t>连接时需要输入的密码</a:t>
            </a:r>
            <a:endParaRPr lang="en-US" altLang="zh-CN">
              <a:ea typeface="宋体"/>
            </a:endParaRPr>
          </a:p>
          <a:p>
            <a:pPr marL="514350" indent="-514350" eaLnBrk="1" hangingPunct="1">
              <a:buFont typeface="Wingdings 2" panose="05020102010507070707" pitchFamily="18" charset="2"/>
              <a:buNone/>
            </a:pPr>
            <a:r>
              <a:rPr lang="en-US" altLang="zh-CN" dirty="0">
                <a:ea typeface="宋体"/>
              </a:rPr>
              <a:t>--- </a:t>
            </a:r>
            <a:r>
              <a:rPr lang="en-US" altLang="zh-CN" dirty="0" err="1">
                <a:ea typeface="宋体"/>
              </a:rPr>
              <a:t>vty</a:t>
            </a:r>
            <a:r>
              <a:rPr lang="zh-CN" altLang="en-US">
                <a:ea typeface="宋体"/>
              </a:rPr>
              <a:t>为</a:t>
            </a:r>
            <a:r>
              <a:rPr lang="en-US" altLang="zh-CN" dirty="0">
                <a:ea typeface="宋体"/>
              </a:rPr>
              <a:t>telnet</a:t>
            </a:r>
            <a:r>
              <a:rPr lang="zh-CN" altLang="en-US">
                <a:ea typeface="宋体"/>
              </a:rPr>
              <a:t>连接需要输入的密码</a:t>
            </a:r>
            <a:endParaRPr lang="en-US" altLang="en-US">
              <a:ea typeface="宋体"/>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a:extLst>
              <a:ext uri="{FF2B5EF4-FFF2-40B4-BE49-F238E27FC236}">
                <a16:creationId xmlns:a16="http://schemas.microsoft.com/office/drawing/2014/main" id="{8C38551A-E61B-0914-75B0-6DF05839E896}"/>
              </a:ext>
            </a:extLst>
          </p:cNvPr>
          <p:cNvSpPr>
            <a:spLocks noGrp="1"/>
          </p:cNvSpPr>
          <p:nvPr>
            <p:ph sz="quarter" idx="1"/>
          </p:nvPr>
        </p:nvSpPr>
        <p:spPr>
          <a:xfrm>
            <a:off x="914400" y="685800"/>
            <a:ext cx="7772400" cy="5334000"/>
          </a:xfrm>
        </p:spPr>
        <p:txBody>
          <a:bodyPr/>
          <a:lstStyle/>
          <a:p>
            <a:pPr marL="514350" indent="-514350" eaLnBrk="1" hangingPunct="1">
              <a:buFont typeface="Franklin Gothic Book" panose="020B0503020102020204" pitchFamily="34" charset="0"/>
              <a:buAutoNum type="arabicPeriod" startAt="6"/>
            </a:pPr>
            <a:r>
              <a:rPr lang="en-US" altLang="en-US"/>
              <a:t>service password-encryption </a:t>
            </a:r>
            <a:r>
              <a:rPr lang="en-US" altLang="zh-CN"/>
              <a:t>---</a:t>
            </a:r>
            <a:r>
              <a:rPr lang="zh-CN" altLang="en-US"/>
              <a:t>屏蔽密码</a:t>
            </a:r>
            <a:endParaRPr lang="en-US" altLang="en-US"/>
          </a:p>
          <a:p>
            <a:pPr marL="514350" indent="-514350" eaLnBrk="1" hangingPunct="1">
              <a:buFont typeface="Franklin Gothic Book" panose="020B0503020102020204" pitchFamily="34" charset="0"/>
              <a:buAutoNum type="arabicPeriod" startAt="6"/>
            </a:pPr>
            <a:r>
              <a:rPr lang="en-US" altLang="en-US"/>
              <a:t>interface vlan 1</a:t>
            </a:r>
          </a:p>
          <a:p>
            <a:pPr marL="514350" indent="-514350" eaLnBrk="1" hangingPunct="1">
              <a:buFont typeface="Franklin Gothic Book" panose="020B0503020102020204" pitchFamily="34" charset="0"/>
              <a:buAutoNum type="arabicPeriod" startAt="6"/>
            </a:pPr>
            <a:r>
              <a:rPr lang="en-US" altLang="en-US"/>
              <a:t>ip address X.X.X.X Y.Y.Y.Y</a:t>
            </a:r>
          </a:p>
          <a:p>
            <a:pPr marL="514350" indent="-514350" eaLnBrk="1" hangingPunct="1">
              <a:buFont typeface="Franklin Gothic Book" panose="020B0503020102020204" pitchFamily="34" charset="0"/>
              <a:buAutoNum type="arabicPeriod" startAt="6"/>
            </a:pPr>
            <a:r>
              <a:rPr lang="en-US" altLang="en-US"/>
              <a:t>ip default gateway X.X.X.X Y.Y.Y.Y</a:t>
            </a:r>
          </a:p>
          <a:p>
            <a:pPr marL="514350" indent="-514350" eaLnBrk="1" hangingPunct="1">
              <a:buFont typeface="Franklin Gothic Book" panose="020B0503020102020204" pitchFamily="34" charset="0"/>
              <a:buAutoNum type="arabicPeriod" startAt="6"/>
            </a:pPr>
            <a:r>
              <a:rPr lang="en-US" altLang="en-US"/>
              <a:t>no shutdown</a:t>
            </a:r>
          </a:p>
          <a:p>
            <a:pPr marL="514350" indent="-514350" eaLnBrk="1" hangingPunct="1">
              <a:buFont typeface="Franklin Gothic Book" panose="020B0503020102020204" pitchFamily="34" charset="0"/>
              <a:buAutoNum type="arabicPeriod" startAt="6"/>
            </a:pPr>
            <a:r>
              <a:rPr lang="en-US" altLang="en-US"/>
              <a:t>end</a:t>
            </a:r>
          </a:p>
          <a:p>
            <a:pPr marL="514350" indent="-514350" eaLnBrk="1" hangingPunct="1">
              <a:buFont typeface="Franklin Gothic Book" panose="020B0503020102020204" pitchFamily="34" charset="0"/>
              <a:buAutoNum type="arabicPeriod" startAt="6"/>
            </a:pPr>
            <a:r>
              <a:rPr lang="en-US" altLang="en-US"/>
              <a:t>wr</a:t>
            </a:r>
          </a:p>
          <a:p>
            <a:pPr marL="514350" indent="-514350" eaLnBrk="1" hangingPunct="1">
              <a:buFont typeface="Franklin Gothic Book" panose="020B0503020102020204" pitchFamily="34" charset="0"/>
              <a:buAutoNum type="arabicPeriod" startAt="6"/>
            </a:pPr>
            <a:r>
              <a:rPr lang="en-US" altLang="en-US"/>
              <a:t>copy running-config startup-config</a:t>
            </a:r>
          </a:p>
          <a:p>
            <a:pPr marL="514350" indent="-514350" eaLnBrk="1" hangingPunct="1">
              <a:buFont typeface="Franklin Gothic Book" panose="020B0503020102020204" pitchFamily="34" charset="0"/>
              <a:buAutoNum type="arabicPeriod" startAt="6"/>
            </a:pPr>
            <a:r>
              <a:rPr lang="en-US" altLang="en-US"/>
              <a:t>show run </a:t>
            </a:r>
            <a:r>
              <a:rPr lang="en-US" altLang="zh-CN"/>
              <a:t>---</a:t>
            </a:r>
            <a:r>
              <a:rPr lang="zh-CN" altLang="en-US"/>
              <a:t>显示目前运行的配置</a:t>
            </a:r>
            <a:endParaRPr lang="en-US" altLang="en-US"/>
          </a:p>
          <a:p>
            <a:pPr marL="514350" indent="-514350" eaLnBrk="1" hangingPunct="1">
              <a:buFont typeface="Franklin Gothic Book" panose="020B0503020102020204" pitchFamily="34" charset="0"/>
              <a:buAutoNum type="arabicPeriod" startAt="6"/>
            </a:pPr>
            <a:endParaRPr lang="en-US" altLang="en-US"/>
          </a:p>
          <a:p>
            <a:pPr marL="514350" indent="-514350" eaLnBrk="1" hangingPunct="1"/>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D8346DA4-D54A-8FF6-24D4-ED1CB72BFC89}"/>
              </a:ext>
            </a:extLst>
          </p:cNvPr>
          <p:cNvSpPr>
            <a:spLocks noGrp="1"/>
          </p:cNvSpPr>
          <p:nvPr>
            <p:ph type="title"/>
          </p:nvPr>
        </p:nvSpPr>
        <p:spPr/>
        <p:txBody>
          <a:bodyPr/>
          <a:lstStyle/>
          <a:p>
            <a:pPr eaLnBrk="1" hangingPunct="1"/>
            <a:r>
              <a:rPr lang="en-US" altLang="zh-CN"/>
              <a:t>Full-duplex</a:t>
            </a:r>
            <a:endParaRPr lang="en-US" altLang="en-US"/>
          </a:p>
        </p:txBody>
      </p:sp>
      <p:sp>
        <p:nvSpPr>
          <p:cNvPr id="21507" name="Content Placeholder 2">
            <a:extLst>
              <a:ext uri="{FF2B5EF4-FFF2-40B4-BE49-F238E27FC236}">
                <a16:creationId xmlns:a16="http://schemas.microsoft.com/office/drawing/2014/main" id="{91FD3D3C-A90E-9759-7015-4DC03B214DA8}"/>
              </a:ext>
            </a:extLst>
          </p:cNvPr>
          <p:cNvSpPr>
            <a:spLocks noGrp="1"/>
          </p:cNvSpPr>
          <p:nvPr>
            <p:ph sz="quarter" idx="1"/>
          </p:nvPr>
        </p:nvSpPr>
        <p:spPr/>
        <p:txBody>
          <a:bodyPr/>
          <a:lstStyle/>
          <a:p>
            <a:pPr eaLnBrk="1" hangingPunct="1"/>
            <a:r>
              <a:rPr lang="en-US" altLang="en-US" sz="2200"/>
              <a:t>Full-duplex communication improves the performance of a switched LAN. </a:t>
            </a:r>
          </a:p>
          <a:p>
            <a:pPr eaLnBrk="1" hangingPunct="1"/>
            <a:r>
              <a:rPr lang="en-US" altLang="en-US" sz="2200"/>
              <a:t>Full-duplex communication increases effective bandwidth by allowing both ends of a connection to transmit and receive data simultaneously. </a:t>
            </a:r>
          </a:p>
          <a:p>
            <a:pPr eaLnBrk="1" hangingPunct="1"/>
            <a:r>
              <a:rPr lang="en-US" altLang="en-US" sz="2200"/>
              <a:t>This is also known as bidirectional. </a:t>
            </a:r>
          </a:p>
          <a:p>
            <a:pPr eaLnBrk="1" hangingPunct="1"/>
            <a:r>
              <a:rPr lang="en-US" altLang="en-US" sz="2200"/>
              <a:t>This method of optimizing network performance requires micro-segmentation. </a:t>
            </a:r>
          </a:p>
          <a:p>
            <a:pPr eaLnBrk="1" hangingPunct="1"/>
            <a:r>
              <a:rPr lang="en-US" altLang="en-US" sz="2200"/>
              <a:t>A micro-segmented LAN is created when a switch port has only one device connected and is operating at full-duplex. </a:t>
            </a:r>
          </a:p>
          <a:p>
            <a:pPr eaLnBrk="1" hangingPunct="1"/>
            <a:r>
              <a:rPr lang="en-US" altLang="en-US" sz="2200"/>
              <a:t>This results in a micro size collision domain of a single device. Because there is only one device connected, a micro-segmented LAN is collision free.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746C9159-49DF-9037-C230-FFEE41C42F74}"/>
              </a:ext>
            </a:extLst>
          </p:cNvPr>
          <p:cNvSpPr>
            <a:spLocks noGrp="1"/>
          </p:cNvSpPr>
          <p:nvPr>
            <p:ph type="title"/>
          </p:nvPr>
        </p:nvSpPr>
        <p:spPr/>
        <p:txBody>
          <a:bodyPr/>
          <a:lstStyle/>
          <a:p>
            <a:pPr eaLnBrk="1" hangingPunct="1"/>
            <a:r>
              <a:rPr lang="en-US" altLang="en-US"/>
              <a:t>Half-duplex</a:t>
            </a:r>
          </a:p>
        </p:txBody>
      </p:sp>
      <p:sp>
        <p:nvSpPr>
          <p:cNvPr id="22531" name="Content Placeholder 2">
            <a:extLst>
              <a:ext uri="{FF2B5EF4-FFF2-40B4-BE49-F238E27FC236}">
                <a16:creationId xmlns:a16="http://schemas.microsoft.com/office/drawing/2014/main" id="{107581B0-6C22-93B3-4C92-73EE694F3445}"/>
              </a:ext>
            </a:extLst>
          </p:cNvPr>
          <p:cNvSpPr>
            <a:spLocks noGrp="1"/>
          </p:cNvSpPr>
          <p:nvPr>
            <p:ph sz="quarter" idx="1"/>
          </p:nvPr>
        </p:nvSpPr>
        <p:spPr/>
        <p:txBody>
          <a:bodyPr/>
          <a:lstStyle/>
          <a:p>
            <a:pPr eaLnBrk="1" hangingPunct="1"/>
            <a:r>
              <a:rPr lang="en-US" altLang="en-US"/>
              <a:t>Unlike full-duplex communication, half-duplex communication is unidirectional. </a:t>
            </a:r>
          </a:p>
          <a:p>
            <a:pPr eaLnBrk="1" hangingPunct="1"/>
            <a:r>
              <a:rPr lang="en-US" altLang="en-US"/>
              <a:t>Sending and receiving data does not occur at the same time. </a:t>
            </a:r>
          </a:p>
          <a:p>
            <a:pPr eaLnBrk="1" hangingPunct="1"/>
            <a:r>
              <a:rPr lang="en-US" altLang="en-US"/>
              <a:t>Half-duplex communication creates performance issues because data can flow in only one direction at a time, often resulting in collisions. </a:t>
            </a:r>
          </a:p>
          <a:p>
            <a:pPr eaLnBrk="1" hangingPunct="1"/>
            <a:r>
              <a:rPr lang="en-US" altLang="en-US"/>
              <a:t>Half-duplex connections are typically seen in older hardware, such as hubs. </a:t>
            </a:r>
          </a:p>
          <a:p>
            <a:pPr eaLnBrk="1" hangingPunct="1"/>
            <a:r>
              <a:rPr lang="en-US" altLang="en-US"/>
              <a:t>Full-duplex communication has replaced half-duplex in most hardware.</a:t>
            </a:r>
          </a:p>
          <a:p>
            <a:pPr eaLnBrk="1" hangingPunct="1"/>
            <a:endParaRPr lang="en-US"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Content Placeholder 3">
            <a:extLst>
              <a:ext uri="{FF2B5EF4-FFF2-40B4-BE49-F238E27FC236}">
                <a16:creationId xmlns:a16="http://schemas.microsoft.com/office/drawing/2014/main" id="{AE189B56-FF69-D9D4-6465-2C642F44A0BC}"/>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1371600" y="914400"/>
            <a:ext cx="6824663" cy="5033963"/>
          </a:xfr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4B125918-097D-4307-E525-371771B34174}"/>
              </a:ext>
            </a:extLst>
          </p:cNvPr>
          <p:cNvSpPr>
            <a:spLocks noGrp="1"/>
          </p:cNvSpPr>
          <p:nvPr>
            <p:ph type="title"/>
          </p:nvPr>
        </p:nvSpPr>
        <p:spPr/>
        <p:txBody>
          <a:bodyPr/>
          <a:lstStyle/>
          <a:p>
            <a:pPr eaLnBrk="1" hangingPunct="1"/>
            <a:r>
              <a:rPr lang="en-US" altLang="en-US"/>
              <a:t>Full/Half Duplex configuration:</a:t>
            </a:r>
          </a:p>
        </p:txBody>
      </p:sp>
      <p:sp>
        <p:nvSpPr>
          <p:cNvPr id="24579" name="Content Placeholder 2">
            <a:extLst>
              <a:ext uri="{FF2B5EF4-FFF2-40B4-BE49-F238E27FC236}">
                <a16:creationId xmlns:a16="http://schemas.microsoft.com/office/drawing/2014/main" id="{0C97E017-EBD2-3B0F-F934-459859626FC8}"/>
              </a:ext>
            </a:extLst>
          </p:cNvPr>
          <p:cNvSpPr>
            <a:spLocks noGrp="1"/>
          </p:cNvSpPr>
          <p:nvPr>
            <p:ph sz="quarter" idx="1"/>
          </p:nvPr>
        </p:nvSpPr>
        <p:spPr>
          <a:xfrm>
            <a:off x="914400" y="1447800"/>
            <a:ext cx="7772400" cy="5105400"/>
          </a:xfrm>
        </p:spPr>
        <p:txBody>
          <a:bodyPr/>
          <a:lstStyle/>
          <a:p>
            <a:pPr marL="0" indent="0" eaLnBrk="1" hangingPunct="1">
              <a:buFont typeface="Wingdings 2" panose="05020102010507070707" pitchFamily="18" charset="2"/>
              <a:buNone/>
            </a:pPr>
            <a:r>
              <a:rPr lang="en-US" altLang="en-US" sz="2200"/>
              <a:t>Switch(config)#int f0/1</a:t>
            </a:r>
          </a:p>
          <a:p>
            <a:pPr marL="0" indent="0" eaLnBrk="1" hangingPunct="1">
              <a:buFont typeface="Wingdings 2" panose="05020102010507070707" pitchFamily="18" charset="2"/>
              <a:buNone/>
            </a:pPr>
            <a:r>
              <a:rPr lang="en-US" altLang="en-US" sz="2200"/>
              <a:t>Switch(config-if)#</a:t>
            </a:r>
            <a:r>
              <a:rPr lang="en-US" altLang="en-US" sz="2200" b="1">
                <a:solidFill>
                  <a:srgbClr val="FF0000"/>
                </a:solidFill>
              </a:rPr>
              <a:t>duplex</a:t>
            </a:r>
            <a:r>
              <a:rPr lang="en-US" altLang="en-US" sz="2200"/>
              <a:t> ?</a:t>
            </a:r>
          </a:p>
          <a:p>
            <a:pPr marL="0" indent="0" eaLnBrk="1" hangingPunct="1">
              <a:buFont typeface="Wingdings 2" panose="05020102010507070707" pitchFamily="18" charset="2"/>
              <a:buNone/>
            </a:pPr>
            <a:r>
              <a:rPr lang="en-US" altLang="en-US" sz="2200"/>
              <a:t>  auto  Enable AUTO duplex configuration</a:t>
            </a:r>
          </a:p>
          <a:p>
            <a:pPr marL="0" indent="0" eaLnBrk="1" hangingPunct="1">
              <a:buFont typeface="Wingdings 2" panose="05020102010507070707" pitchFamily="18" charset="2"/>
              <a:buNone/>
            </a:pPr>
            <a:r>
              <a:rPr lang="en-US" altLang="en-US" sz="2200"/>
              <a:t>  full  Force full duplex operation</a:t>
            </a:r>
          </a:p>
          <a:p>
            <a:pPr marL="0" indent="0" eaLnBrk="1" hangingPunct="1">
              <a:buFont typeface="Wingdings 2" panose="05020102010507070707" pitchFamily="18" charset="2"/>
              <a:buNone/>
            </a:pPr>
            <a:r>
              <a:rPr lang="en-US" altLang="en-US" sz="2200"/>
              <a:t>  half  Force half-duplex operation</a:t>
            </a:r>
          </a:p>
          <a:p>
            <a:pPr marL="0" indent="0" eaLnBrk="1" hangingPunct="1">
              <a:buFont typeface="Wingdings 2" panose="05020102010507070707" pitchFamily="18" charset="2"/>
              <a:buNone/>
            </a:pPr>
            <a:r>
              <a:rPr lang="en-US" altLang="en-US" sz="2200"/>
              <a:t>Switch(config-if)#duplex full</a:t>
            </a:r>
          </a:p>
          <a:p>
            <a:pPr marL="0" indent="0" eaLnBrk="1" hangingPunct="1">
              <a:buFont typeface="Wingdings 2" panose="05020102010507070707" pitchFamily="18" charset="2"/>
              <a:buNone/>
            </a:pPr>
            <a:r>
              <a:rPr lang="en-US" altLang="en-US" sz="2200"/>
              <a:t>Switch(config-if)#</a:t>
            </a:r>
            <a:r>
              <a:rPr lang="en-US" altLang="en-US" sz="2200" b="1">
                <a:solidFill>
                  <a:srgbClr val="FF0000"/>
                </a:solidFill>
              </a:rPr>
              <a:t>speed</a:t>
            </a:r>
            <a:r>
              <a:rPr lang="en-US" altLang="en-US" sz="2200"/>
              <a:t> ?</a:t>
            </a:r>
          </a:p>
          <a:p>
            <a:pPr marL="0" indent="0" eaLnBrk="1" hangingPunct="1">
              <a:buFont typeface="Wingdings 2" panose="05020102010507070707" pitchFamily="18" charset="2"/>
              <a:buNone/>
            </a:pPr>
            <a:r>
              <a:rPr lang="en-US" altLang="en-US" sz="2200"/>
              <a:t>  10    Force 10 Mbps operation</a:t>
            </a:r>
          </a:p>
          <a:p>
            <a:pPr marL="0" indent="0" eaLnBrk="1" hangingPunct="1">
              <a:buFont typeface="Wingdings 2" panose="05020102010507070707" pitchFamily="18" charset="2"/>
              <a:buNone/>
            </a:pPr>
            <a:r>
              <a:rPr lang="en-US" altLang="en-US" sz="2200"/>
              <a:t>  100   Force 100 Mbps operation</a:t>
            </a:r>
          </a:p>
          <a:p>
            <a:pPr marL="0" indent="0" eaLnBrk="1" hangingPunct="1">
              <a:buFont typeface="Wingdings 2" panose="05020102010507070707" pitchFamily="18" charset="2"/>
              <a:buNone/>
            </a:pPr>
            <a:r>
              <a:rPr lang="en-US" altLang="en-US" sz="2200"/>
              <a:t>  auto  Enable AUTO speed configuration</a:t>
            </a:r>
          </a:p>
          <a:p>
            <a:pPr marL="0" indent="0" eaLnBrk="1" hangingPunct="1">
              <a:buFont typeface="Wingdings 2" panose="05020102010507070707" pitchFamily="18" charset="2"/>
              <a:buNone/>
            </a:pPr>
            <a:r>
              <a:rPr lang="en-US" altLang="en-US" sz="2200"/>
              <a:t>Switch(config-if)#speed 100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8FE76C0E-214E-6B9A-13B8-846720047F1A}"/>
              </a:ext>
            </a:extLst>
          </p:cNvPr>
          <p:cNvSpPr>
            <a:spLocks noGrp="1"/>
          </p:cNvSpPr>
          <p:nvPr>
            <p:ph type="title"/>
          </p:nvPr>
        </p:nvSpPr>
        <p:spPr/>
        <p:txBody>
          <a:bodyPr/>
          <a:lstStyle/>
          <a:p>
            <a:pPr eaLnBrk="1" hangingPunct="1"/>
            <a:r>
              <a:rPr lang="en-US" altLang="en-US"/>
              <a:t>Cable Type</a:t>
            </a:r>
          </a:p>
        </p:txBody>
      </p:sp>
      <p:sp>
        <p:nvSpPr>
          <p:cNvPr id="25603" name="Content Placeholder 2">
            <a:extLst>
              <a:ext uri="{FF2B5EF4-FFF2-40B4-BE49-F238E27FC236}">
                <a16:creationId xmlns:a16="http://schemas.microsoft.com/office/drawing/2014/main" id="{DB4384B8-461B-BD36-A885-2C9BA2AF03C8}"/>
              </a:ext>
            </a:extLst>
          </p:cNvPr>
          <p:cNvSpPr>
            <a:spLocks noGrp="1"/>
          </p:cNvSpPr>
          <p:nvPr>
            <p:ph sz="quarter" idx="1"/>
          </p:nvPr>
        </p:nvSpPr>
        <p:spPr/>
        <p:txBody>
          <a:bodyPr/>
          <a:lstStyle/>
          <a:p>
            <a:pPr eaLnBrk="1" hangingPunct="1"/>
            <a:r>
              <a:rPr lang="en-US" altLang="en-US" dirty="0"/>
              <a:t>Certain cable types (</a:t>
            </a:r>
            <a:r>
              <a:rPr lang="en-US" altLang="en-US" dirty="0">
                <a:highlight>
                  <a:srgbClr val="FFFF00"/>
                </a:highlight>
              </a:rPr>
              <a:t>straight-through or crossover</a:t>
            </a:r>
            <a:r>
              <a:rPr lang="en-US" altLang="en-US" dirty="0"/>
              <a:t>) were required when connecting devices. </a:t>
            </a:r>
          </a:p>
          <a:p>
            <a:pPr eaLnBrk="1" hangingPunct="1"/>
            <a:r>
              <a:rPr lang="en-US" altLang="en-US" dirty="0"/>
              <a:t>Switch-to-switch or switch-to-router connections required using different Ethernet cables. </a:t>
            </a:r>
          </a:p>
          <a:p>
            <a:pPr eaLnBrk="1" hangingPunct="1"/>
            <a:r>
              <a:rPr lang="en-US" altLang="en-US" dirty="0"/>
              <a:t>Using the </a:t>
            </a:r>
            <a:r>
              <a:rPr lang="en-US" altLang="en-US" dirty="0">
                <a:highlight>
                  <a:srgbClr val="FFFF00"/>
                </a:highlight>
              </a:rPr>
              <a:t>automatic medium-dependent interface crossover</a:t>
            </a:r>
            <a:r>
              <a:rPr lang="en-US" altLang="en-US" dirty="0"/>
              <a:t> (</a:t>
            </a:r>
            <a:r>
              <a:rPr lang="en-US" altLang="en-US" dirty="0">
                <a:highlight>
                  <a:srgbClr val="FFFF00"/>
                </a:highlight>
              </a:rPr>
              <a:t>auto-MDIX</a:t>
            </a:r>
            <a:r>
              <a:rPr lang="en-US" altLang="en-US" dirty="0"/>
              <a:t>) feature on an interface eliminates this problem. </a:t>
            </a:r>
          </a:p>
          <a:p>
            <a:pPr eaLnBrk="1" hangingPunct="1"/>
            <a:r>
              <a:rPr lang="en-US" altLang="en-US" dirty="0"/>
              <a:t>When auto-MDIX is enabled, the interface automatically detects the required cable connection type (straight- through or crossover) and configures the connection appropriately.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Content Placeholder 3">
            <a:extLst>
              <a:ext uri="{FF2B5EF4-FFF2-40B4-BE49-F238E27FC236}">
                <a16:creationId xmlns:a16="http://schemas.microsoft.com/office/drawing/2014/main" id="{DDC488FF-EB96-2BC7-12E9-3FF3ADF75D2A}"/>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381000" y="-76200"/>
            <a:ext cx="10026650" cy="7086600"/>
          </a:xfrm>
        </p:spPr>
      </p:pic>
      <p:sp>
        <p:nvSpPr>
          <p:cNvPr id="2" name="Rectangle 1">
            <a:extLst>
              <a:ext uri="{FF2B5EF4-FFF2-40B4-BE49-F238E27FC236}">
                <a16:creationId xmlns:a16="http://schemas.microsoft.com/office/drawing/2014/main" id="{69D495F6-4597-B88A-C490-C01F135BB3C6}"/>
              </a:ext>
            </a:extLst>
          </p:cNvPr>
          <p:cNvSpPr/>
          <p:nvPr/>
        </p:nvSpPr>
        <p:spPr>
          <a:xfrm>
            <a:off x="7543800" y="6019800"/>
            <a:ext cx="1600200" cy="685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MY"/>
          </a:p>
        </p:txBody>
      </p:sp>
      <p:pic>
        <p:nvPicPr>
          <p:cNvPr id="26628" name="Picture 6">
            <a:extLst>
              <a:ext uri="{FF2B5EF4-FFF2-40B4-BE49-F238E27FC236}">
                <a16:creationId xmlns:a16="http://schemas.microsoft.com/office/drawing/2014/main" id="{CF4B3BC8-41EB-62D2-5474-4AE1C6F519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1400" y="6172200"/>
            <a:ext cx="2057400"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C1F2C2BC-2336-0D07-6E39-EAB15CA647E4}"/>
              </a:ext>
            </a:extLst>
          </p:cNvPr>
          <p:cNvSpPr>
            <a:spLocks noGrp="1"/>
          </p:cNvSpPr>
          <p:nvPr>
            <p:ph type="title"/>
          </p:nvPr>
        </p:nvSpPr>
        <p:spPr/>
        <p:txBody>
          <a:bodyPr/>
          <a:lstStyle/>
          <a:p>
            <a:pPr eaLnBrk="1" hangingPunct="1"/>
            <a:endParaRPr lang="en-US" altLang="en-US"/>
          </a:p>
        </p:txBody>
      </p:sp>
      <p:pic>
        <p:nvPicPr>
          <p:cNvPr id="27651" name="Content Placeholder 3">
            <a:extLst>
              <a:ext uri="{FF2B5EF4-FFF2-40B4-BE49-F238E27FC236}">
                <a16:creationId xmlns:a16="http://schemas.microsoft.com/office/drawing/2014/main" id="{55D8477D-E0F9-4CB0-1EA2-7BF3704E5A2D}"/>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533400" y="-228600"/>
            <a:ext cx="10210800" cy="7216775"/>
          </a:xfrm>
        </p:spPr>
      </p:pic>
      <p:sp>
        <p:nvSpPr>
          <p:cNvPr id="2" name="Rectangle 1">
            <a:extLst>
              <a:ext uri="{FF2B5EF4-FFF2-40B4-BE49-F238E27FC236}">
                <a16:creationId xmlns:a16="http://schemas.microsoft.com/office/drawing/2014/main" id="{522A61A7-7624-8D12-5D8A-8DC5AF4AEC32}"/>
              </a:ext>
            </a:extLst>
          </p:cNvPr>
          <p:cNvSpPr/>
          <p:nvPr/>
        </p:nvSpPr>
        <p:spPr>
          <a:xfrm>
            <a:off x="7620000" y="5943600"/>
            <a:ext cx="1524000" cy="914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MY"/>
          </a:p>
        </p:txBody>
      </p:sp>
      <p:pic>
        <p:nvPicPr>
          <p:cNvPr id="27653" name="Picture 6">
            <a:extLst>
              <a:ext uri="{FF2B5EF4-FFF2-40B4-BE49-F238E27FC236}">
                <a16:creationId xmlns:a16="http://schemas.microsoft.com/office/drawing/2014/main" id="{B25DAA60-645A-7760-0763-F24539B9C5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1400" y="6172200"/>
            <a:ext cx="2057400"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6FC60C29-2E08-14FF-9282-F0C347800B67}"/>
              </a:ext>
            </a:extLst>
          </p:cNvPr>
          <p:cNvSpPr>
            <a:spLocks noGrp="1"/>
          </p:cNvSpPr>
          <p:nvPr>
            <p:ph type="title"/>
          </p:nvPr>
        </p:nvSpPr>
        <p:spPr/>
        <p:txBody>
          <a:bodyPr/>
          <a:lstStyle/>
          <a:p>
            <a:pPr eaLnBrk="1" hangingPunct="1"/>
            <a:r>
              <a:rPr lang="en-US" altLang="en-US"/>
              <a:t>Switch port configuration to auto detect cable type:</a:t>
            </a:r>
          </a:p>
        </p:txBody>
      </p:sp>
      <p:sp>
        <p:nvSpPr>
          <p:cNvPr id="28675" name="Content Placeholder 2">
            <a:extLst>
              <a:ext uri="{FF2B5EF4-FFF2-40B4-BE49-F238E27FC236}">
                <a16:creationId xmlns:a16="http://schemas.microsoft.com/office/drawing/2014/main" id="{2318F41F-DE58-7D86-5BD3-6FB42B01716E}"/>
              </a:ext>
            </a:extLst>
          </p:cNvPr>
          <p:cNvSpPr>
            <a:spLocks noGrp="1"/>
          </p:cNvSpPr>
          <p:nvPr>
            <p:ph sz="quarter" idx="1"/>
          </p:nvPr>
        </p:nvSpPr>
        <p:spPr/>
        <p:txBody>
          <a:bodyPr/>
          <a:lstStyle/>
          <a:p>
            <a:pPr marL="0" indent="0" eaLnBrk="1" hangingPunct="1">
              <a:buFont typeface="Wingdings 2" panose="05020102010507070707" pitchFamily="18" charset="2"/>
              <a:buNone/>
            </a:pPr>
            <a:r>
              <a:rPr lang="en-US" altLang="en-US"/>
              <a:t>Switch(config)#int f0/1</a:t>
            </a:r>
          </a:p>
          <a:p>
            <a:pPr marL="0" indent="0" eaLnBrk="1" hangingPunct="1">
              <a:buFont typeface="Wingdings 2" panose="05020102010507070707" pitchFamily="18" charset="2"/>
              <a:buNone/>
            </a:pPr>
            <a:r>
              <a:rPr lang="en-US" altLang="en-US"/>
              <a:t>Switch(config-if)#mdix auto</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D12DB9C7-8B7A-7099-3C42-7D69AC1DFAF3}"/>
              </a:ext>
            </a:extLst>
          </p:cNvPr>
          <p:cNvSpPr>
            <a:spLocks noGrp="1"/>
          </p:cNvSpPr>
          <p:nvPr>
            <p:ph type="title"/>
          </p:nvPr>
        </p:nvSpPr>
        <p:spPr/>
        <p:txBody>
          <a:bodyPr/>
          <a:lstStyle/>
          <a:p>
            <a:pPr eaLnBrk="1" hangingPunct="1"/>
            <a:r>
              <a:rPr lang="en-US" altLang="en-US" b="1"/>
              <a:t>Verifying Switch Port Configuration</a:t>
            </a:r>
            <a:endParaRPr lang="en-US" altLang="en-US"/>
          </a:p>
        </p:txBody>
      </p:sp>
      <p:pic>
        <p:nvPicPr>
          <p:cNvPr id="29699" name="Content Placeholder 3">
            <a:extLst>
              <a:ext uri="{FF2B5EF4-FFF2-40B4-BE49-F238E27FC236}">
                <a16:creationId xmlns:a16="http://schemas.microsoft.com/office/drawing/2014/main" id="{6C3AC8A9-A311-4701-F473-86346A473395}"/>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1249363" y="1722438"/>
            <a:ext cx="6675437" cy="4297362"/>
          </a:xfr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53F6FC83-9902-7FC0-38DA-501723FF8F52}"/>
              </a:ext>
            </a:extLst>
          </p:cNvPr>
          <p:cNvSpPr>
            <a:spLocks noGrp="1"/>
          </p:cNvSpPr>
          <p:nvPr>
            <p:ph type="title"/>
          </p:nvPr>
        </p:nvSpPr>
        <p:spPr/>
        <p:txBody>
          <a:bodyPr/>
          <a:lstStyle/>
          <a:p>
            <a:pPr eaLnBrk="1" hangingPunct="1"/>
            <a:r>
              <a:rPr lang="en-US" altLang="en-US"/>
              <a:t>Security practice</a:t>
            </a:r>
          </a:p>
        </p:txBody>
      </p:sp>
      <p:sp>
        <p:nvSpPr>
          <p:cNvPr id="30723" name="Content Placeholder 2">
            <a:extLst>
              <a:ext uri="{FF2B5EF4-FFF2-40B4-BE49-F238E27FC236}">
                <a16:creationId xmlns:a16="http://schemas.microsoft.com/office/drawing/2014/main" id="{F2EBDC41-5812-E5A3-895D-ADA3DC093B4A}"/>
              </a:ext>
            </a:extLst>
          </p:cNvPr>
          <p:cNvSpPr>
            <a:spLocks noGrp="1"/>
          </p:cNvSpPr>
          <p:nvPr>
            <p:ph sz="quarter" idx="1"/>
          </p:nvPr>
        </p:nvSpPr>
        <p:spPr/>
        <p:txBody>
          <a:bodyPr/>
          <a:lstStyle/>
          <a:p>
            <a:pPr eaLnBrk="1" hangingPunct="1"/>
            <a:r>
              <a:rPr lang="en-US" altLang="en-US" dirty="0"/>
              <a:t>Develop a written </a:t>
            </a:r>
            <a:r>
              <a:rPr lang="en-US" altLang="en-US" dirty="0">
                <a:highlight>
                  <a:srgbClr val="FFFF00"/>
                </a:highlight>
              </a:rPr>
              <a:t>security policy</a:t>
            </a:r>
            <a:r>
              <a:rPr lang="en-US" altLang="en-US" dirty="0"/>
              <a:t> for the organization.</a:t>
            </a:r>
          </a:p>
          <a:p>
            <a:pPr eaLnBrk="1" hangingPunct="1"/>
            <a:r>
              <a:rPr lang="en-US" altLang="en-US" dirty="0"/>
              <a:t>Shut down unused services and ports.</a:t>
            </a:r>
          </a:p>
          <a:p>
            <a:pPr eaLnBrk="1" hangingPunct="1"/>
            <a:r>
              <a:rPr lang="en-US" altLang="en-US" dirty="0"/>
              <a:t>Use </a:t>
            </a:r>
            <a:r>
              <a:rPr lang="en-US" altLang="en-US" dirty="0">
                <a:highlight>
                  <a:srgbClr val="FFFF00"/>
                </a:highlight>
              </a:rPr>
              <a:t>strong passwords</a:t>
            </a:r>
            <a:r>
              <a:rPr lang="en-US" altLang="en-US" dirty="0"/>
              <a:t> and change them often.</a:t>
            </a:r>
          </a:p>
          <a:p>
            <a:pPr eaLnBrk="1" hangingPunct="1"/>
            <a:r>
              <a:rPr lang="en-US" altLang="en-US" dirty="0">
                <a:highlight>
                  <a:srgbClr val="FFFF00"/>
                </a:highlight>
              </a:rPr>
              <a:t>Control physical access</a:t>
            </a:r>
            <a:r>
              <a:rPr lang="en-US" altLang="en-US" dirty="0"/>
              <a:t> to devices.</a:t>
            </a:r>
          </a:p>
          <a:p>
            <a:pPr eaLnBrk="1" hangingPunct="1"/>
            <a:r>
              <a:rPr lang="en-US" altLang="en-US" dirty="0"/>
              <a:t>Avoid using standard insecure HTTP websites, especially for login screens; instead use the more secure HTTPS.</a:t>
            </a:r>
          </a:p>
          <a:p>
            <a:pPr eaLnBrk="1" hangingPunct="1"/>
            <a:r>
              <a:rPr lang="en-US" altLang="en-US" dirty="0"/>
              <a:t>Perform backups and test the backed up files on a regular basis.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ontent Placeholder 2">
            <a:extLst>
              <a:ext uri="{FF2B5EF4-FFF2-40B4-BE49-F238E27FC236}">
                <a16:creationId xmlns:a16="http://schemas.microsoft.com/office/drawing/2014/main" id="{72C15239-DA40-3A10-A443-43F850328796}"/>
              </a:ext>
            </a:extLst>
          </p:cNvPr>
          <p:cNvSpPr>
            <a:spLocks noGrp="1"/>
          </p:cNvSpPr>
          <p:nvPr>
            <p:ph sz="quarter" idx="1"/>
          </p:nvPr>
        </p:nvSpPr>
        <p:spPr>
          <a:xfrm>
            <a:off x="914400" y="609600"/>
            <a:ext cx="7772400" cy="5410200"/>
          </a:xfrm>
        </p:spPr>
        <p:txBody>
          <a:bodyPr/>
          <a:lstStyle/>
          <a:p>
            <a:pPr eaLnBrk="1" hangingPunct="1"/>
            <a:r>
              <a:rPr lang="en-US" altLang="en-US" dirty="0"/>
              <a:t>Educate employees about social engineering attacks, and develop policies to validate identities over the phone, via email, and in person.</a:t>
            </a:r>
          </a:p>
          <a:p>
            <a:pPr eaLnBrk="1" hangingPunct="1"/>
            <a:r>
              <a:rPr lang="en-US" altLang="en-US" dirty="0">
                <a:highlight>
                  <a:srgbClr val="FFFF00"/>
                </a:highlight>
              </a:rPr>
              <a:t>Encrypt </a:t>
            </a:r>
            <a:r>
              <a:rPr lang="en-US" altLang="en-US" dirty="0"/>
              <a:t>and password-protect sensitive data.</a:t>
            </a:r>
          </a:p>
          <a:p>
            <a:pPr eaLnBrk="1" hangingPunct="1"/>
            <a:r>
              <a:rPr lang="en-US" altLang="en-US" dirty="0"/>
              <a:t>Implement security hardware and software, such as firewalls.</a:t>
            </a:r>
          </a:p>
          <a:p>
            <a:pPr eaLnBrk="1" hangingPunct="1"/>
            <a:r>
              <a:rPr lang="en-US" altLang="en-US" dirty="0"/>
              <a:t>Keep software up-to-date by installing security patches weekly or daily, if possible.</a:t>
            </a:r>
          </a:p>
          <a:p>
            <a:pPr eaLnBrk="1" hangingPunct="1"/>
            <a:endParaRPr lang="en-US"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9E1B1291-1506-56FC-28E3-AC0CE59AEA55}"/>
              </a:ext>
            </a:extLst>
          </p:cNvPr>
          <p:cNvSpPr>
            <a:spLocks noGrp="1"/>
          </p:cNvSpPr>
          <p:nvPr>
            <p:ph type="title"/>
          </p:nvPr>
        </p:nvSpPr>
        <p:spPr/>
        <p:txBody>
          <a:bodyPr/>
          <a:lstStyle/>
          <a:p>
            <a:pPr eaLnBrk="1" hangingPunct="1"/>
            <a:r>
              <a:rPr lang="en-US" altLang="en-US"/>
              <a:t>Configure SSH to replace telnet</a:t>
            </a:r>
          </a:p>
        </p:txBody>
      </p:sp>
      <p:sp>
        <p:nvSpPr>
          <p:cNvPr id="32771" name="Content Placeholder 2">
            <a:extLst>
              <a:ext uri="{FF2B5EF4-FFF2-40B4-BE49-F238E27FC236}">
                <a16:creationId xmlns:a16="http://schemas.microsoft.com/office/drawing/2014/main" id="{8046D3CB-0E4B-300C-2341-5DB3A53FE444}"/>
              </a:ext>
            </a:extLst>
          </p:cNvPr>
          <p:cNvSpPr>
            <a:spLocks noGrp="1"/>
          </p:cNvSpPr>
          <p:nvPr>
            <p:ph sz="quarter" idx="1"/>
          </p:nvPr>
        </p:nvSpPr>
        <p:spPr>
          <a:xfrm>
            <a:off x="914400" y="1447800"/>
            <a:ext cx="7772400" cy="4953000"/>
          </a:xfrm>
        </p:spPr>
        <p:txBody>
          <a:bodyPr/>
          <a:lstStyle/>
          <a:p>
            <a:pPr eaLnBrk="1" hangingPunct="1"/>
            <a:r>
              <a:rPr lang="en-US" altLang="en-US" sz="1600"/>
              <a:t>Switch(config)#</a:t>
            </a:r>
            <a:r>
              <a:rPr lang="en-US" altLang="en-US" sz="1600">
                <a:solidFill>
                  <a:srgbClr val="FF0000"/>
                </a:solidFill>
              </a:rPr>
              <a:t>ip domain-name cisco.com</a:t>
            </a:r>
          </a:p>
          <a:p>
            <a:pPr eaLnBrk="1" hangingPunct="1"/>
            <a:r>
              <a:rPr lang="en-US" altLang="en-US" sz="1600"/>
              <a:t>Switch#conf t</a:t>
            </a:r>
          </a:p>
          <a:p>
            <a:pPr eaLnBrk="1" hangingPunct="1"/>
            <a:r>
              <a:rPr lang="en-US" altLang="en-US" sz="1600"/>
              <a:t>Switch(config)#</a:t>
            </a:r>
            <a:r>
              <a:rPr lang="en-US" altLang="en-US" sz="1600">
                <a:solidFill>
                  <a:srgbClr val="FF0000"/>
                </a:solidFill>
              </a:rPr>
              <a:t>hostname ABC</a:t>
            </a:r>
          </a:p>
          <a:p>
            <a:pPr eaLnBrk="1" hangingPunct="1"/>
            <a:r>
              <a:rPr lang="en-US" altLang="en-US" sz="1600"/>
              <a:t>ABC(config)#</a:t>
            </a:r>
            <a:r>
              <a:rPr lang="en-US" altLang="en-US" sz="1600">
                <a:solidFill>
                  <a:srgbClr val="FF0000"/>
                </a:solidFill>
              </a:rPr>
              <a:t>crypto key generate rsa</a:t>
            </a:r>
          </a:p>
          <a:p>
            <a:pPr eaLnBrk="1" hangingPunct="1"/>
            <a:r>
              <a:rPr lang="en-US" altLang="en-US" sz="1600"/>
              <a:t>The name for the keys will be: ABC.cisco.com</a:t>
            </a:r>
          </a:p>
          <a:p>
            <a:pPr eaLnBrk="1" hangingPunct="1"/>
            <a:r>
              <a:rPr lang="en-US" altLang="en-US" sz="1600"/>
              <a:t>Choose the size of the key modulus in the range of 360 to 2048 for your</a:t>
            </a:r>
          </a:p>
          <a:p>
            <a:pPr eaLnBrk="1" hangingPunct="1"/>
            <a:r>
              <a:rPr lang="en-US" altLang="en-US" sz="1600"/>
              <a:t>  General Purpose Keys. Choosing a key modulus greater than 512 may take a few minutes.</a:t>
            </a:r>
          </a:p>
          <a:p>
            <a:pPr eaLnBrk="1" hangingPunct="1"/>
            <a:r>
              <a:rPr lang="en-US" altLang="en-US" sz="1600"/>
              <a:t>How many bits in the modulus [512]: </a:t>
            </a:r>
            <a:r>
              <a:rPr lang="en-US" altLang="en-US" sz="1600">
                <a:solidFill>
                  <a:srgbClr val="FF0000"/>
                </a:solidFill>
              </a:rPr>
              <a:t>1024</a:t>
            </a:r>
          </a:p>
          <a:p>
            <a:pPr eaLnBrk="1" hangingPunct="1"/>
            <a:r>
              <a:rPr lang="en-US" altLang="en-US" sz="1600"/>
              <a:t>% Generating 1024 bit RSA keys, keys will be non-exportable...[OK]</a:t>
            </a:r>
          </a:p>
          <a:p>
            <a:pPr eaLnBrk="1" hangingPunct="1"/>
            <a:r>
              <a:rPr lang="en-US" altLang="en-US" sz="1600"/>
              <a:t>ABC(config)#</a:t>
            </a:r>
            <a:r>
              <a:rPr lang="en-US" altLang="en-US" sz="1600">
                <a:solidFill>
                  <a:srgbClr val="FF0000"/>
                </a:solidFill>
              </a:rPr>
              <a:t>username admin password ccna</a:t>
            </a:r>
          </a:p>
          <a:p>
            <a:pPr eaLnBrk="1" hangingPunct="1"/>
            <a:r>
              <a:rPr lang="en-US" altLang="en-US" sz="1600"/>
              <a:t>ABC(config)#</a:t>
            </a:r>
            <a:r>
              <a:rPr lang="en-US" altLang="en-US" sz="1600">
                <a:solidFill>
                  <a:srgbClr val="FF0000"/>
                </a:solidFill>
              </a:rPr>
              <a:t>line vty 0 15</a:t>
            </a:r>
          </a:p>
          <a:p>
            <a:pPr eaLnBrk="1" hangingPunct="1"/>
            <a:r>
              <a:rPr lang="en-US" altLang="en-US" sz="1600"/>
              <a:t>ABC(config-line)#</a:t>
            </a:r>
            <a:r>
              <a:rPr lang="en-US" altLang="en-US" sz="1600">
                <a:solidFill>
                  <a:srgbClr val="FF0000"/>
                </a:solidFill>
              </a:rPr>
              <a:t>transport input ssh</a:t>
            </a:r>
          </a:p>
          <a:p>
            <a:pPr eaLnBrk="1" hangingPunct="1"/>
            <a:r>
              <a:rPr lang="en-US" altLang="en-US" sz="1600"/>
              <a:t>ABC(config-line)#</a:t>
            </a:r>
            <a:r>
              <a:rPr lang="en-US" altLang="en-US" sz="1600">
                <a:solidFill>
                  <a:srgbClr val="FF0000"/>
                </a:solidFill>
              </a:rPr>
              <a:t>login local</a:t>
            </a:r>
          </a:p>
          <a:p>
            <a:pPr eaLnBrk="1" hangingPunct="1"/>
            <a:r>
              <a:rPr lang="en-US" altLang="en-US" sz="1600"/>
              <a:t>ABC(config-line)#end</a:t>
            </a:r>
          </a:p>
          <a:p>
            <a:pPr eaLnBrk="1" hangingPunct="1"/>
            <a:r>
              <a:rPr lang="en-US" altLang="en-US" sz="1600"/>
              <a:t>ABC#</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1211</TotalTime>
  <Words>1583</Words>
  <Application>Microsoft Office PowerPoint</Application>
  <PresentationFormat>全屏显示(4:3)</PresentationFormat>
  <Paragraphs>103</Paragraphs>
  <Slides>26</Slides>
  <Notes>0</Notes>
  <HiddenSlides>0</HiddenSlides>
  <MMClips>0</MMClips>
  <ScaleCrop>false</ScaleCrop>
  <HeadingPairs>
    <vt:vector size="4" baseType="variant">
      <vt:variant>
        <vt:lpstr>主题</vt:lpstr>
      </vt:variant>
      <vt:variant>
        <vt:i4>1</vt:i4>
      </vt:variant>
      <vt:variant>
        <vt:lpstr>幻灯片标题</vt:lpstr>
      </vt:variant>
      <vt:variant>
        <vt:i4>26</vt:i4>
      </vt:variant>
    </vt:vector>
  </HeadingPairs>
  <TitlesOfParts>
    <vt:vector size="27" baseType="lpstr">
      <vt:lpstr>Equity</vt:lpstr>
      <vt:lpstr>Network Routing and Switching</vt:lpstr>
      <vt:lpstr>Introduction</vt:lpstr>
      <vt:lpstr>Boot Sequence</vt:lpstr>
      <vt:lpstr>PowerPoint 演示文稿</vt:lpstr>
      <vt:lpstr>Switch LED</vt:lpstr>
      <vt:lpstr>PowerPoint 演示文稿</vt:lpstr>
      <vt:lpstr>PowerPoint 演示文稿</vt:lpstr>
      <vt:lpstr>PowerPoint 演示文稿</vt:lpstr>
      <vt:lpstr>PowerPoint 演示文稿</vt:lpstr>
      <vt:lpstr>Configure a Switch with Initial Settings</vt:lpstr>
      <vt:lpstr>PowerPoint 演示文稿</vt:lpstr>
      <vt:lpstr>PowerPoint 演示文稿</vt:lpstr>
      <vt:lpstr>Basic Switch Configurations</vt:lpstr>
      <vt:lpstr>PowerPoint 演示文稿</vt:lpstr>
      <vt:lpstr>Full-duplex</vt:lpstr>
      <vt:lpstr>Half-duplex</vt:lpstr>
      <vt:lpstr>PowerPoint 演示文稿</vt:lpstr>
      <vt:lpstr>Full/Half Duplex configuration:</vt:lpstr>
      <vt:lpstr>Cable Type</vt:lpstr>
      <vt:lpstr>PowerPoint 演示文稿</vt:lpstr>
      <vt:lpstr>PowerPoint 演示文稿</vt:lpstr>
      <vt:lpstr>Switch port configuration to auto detect cable type:</vt:lpstr>
      <vt:lpstr>Verifying Switch Port Configuration</vt:lpstr>
      <vt:lpstr>Security practice</vt:lpstr>
      <vt:lpstr>PowerPoint 演示文稿</vt:lpstr>
      <vt:lpstr>Configure SSH to replace telnet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gbsiang</dc:creator>
  <cp:lastModifiedBy>Boon Siang GAN</cp:lastModifiedBy>
  <cp:revision>149</cp:revision>
  <dcterms:created xsi:type="dcterms:W3CDTF">2014-03-07T18:53:09Z</dcterms:created>
  <dcterms:modified xsi:type="dcterms:W3CDTF">2025-09-22T09:36:20Z</dcterms:modified>
</cp:coreProperties>
</file>